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469" r:id="rId4"/>
    <p:sldId id="483" r:id="rId5"/>
    <p:sldId id="481" r:id="rId6"/>
    <p:sldId id="471" r:id="rId7"/>
    <p:sldId id="474" r:id="rId8"/>
    <p:sldId id="475" r:id="rId9"/>
    <p:sldId id="486" r:id="rId10"/>
    <p:sldId id="487" r:id="rId11"/>
    <p:sldId id="488" r:id="rId12"/>
    <p:sldId id="489" r:id="rId13"/>
    <p:sldId id="491" r:id="rId14"/>
    <p:sldId id="484" r:id="rId15"/>
    <p:sldId id="485" r:id="rId16"/>
    <p:sldId id="449" r:id="rId17"/>
    <p:sldId id="455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D6EE0-D429-46F7-8DBA-4EA1D719562D}" v="200" dt="2025-10-15T00:15:47.794"/>
    <p1510:client id="{A59B8195-CE0A-40D1-94C5-429D14C33F1D}" v="883" dt="2025-10-15T23:22:13.2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41064877-C806-4AB4-9CDD-1F501398BFFD}"/>
    <pc:docChg chg="undo custSel addSld delSld modSld">
      <pc:chgData name="Shachar Lovett" userId="0c6d1e87c56e93c6" providerId="LiveId" clId="{41064877-C806-4AB4-9CDD-1F501398BFFD}" dt="2025-10-15T23:22:13.287" v="3549" actId="207"/>
      <pc:docMkLst>
        <pc:docMk/>
      </pc:docMkLst>
      <pc:sldChg chg="modSp mod">
        <pc:chgData name="Shachar Lovett" userId="0c6d1e87c56e93c6" providerId="LiveId" clId="{41064877-C806-4AB4-9CDD-1F501398BFFD}" dt="2025-10-08T17:27:08.245" v="1" actId="27636"/>
        <pc:sldMkLst>
          <pc:docMk/>
          <pc:sldMk cId="1882651833" sldId="256"/>
        </pc:sldMkLst>
        <pc:spChg chg="mod">
          <ac:chgData name="Shachar Lovett" userId="0c6d1e87c56e93c6" providerId="LiveId" clId="{41064877-C806-4AB4-9CDD-1F501398BFFD}" dt="2025-10-08T17:27:08.245" v="1" actId="27636"/>
          <ac:spMkLst>
            <pc:docMk/>
            <pc:sldMk cId="1882651833" sldId="256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08T17:27:20.727" v="48" actId="20577"/>
        <pc:sldMkLst>
          <pc:docMk/>
          <pc:sldMk cId="2063963681" sldId="376"/>
        </pc:sldMkLst>
        <pc:spChg chg="mod">
          <ac:chgData name="Shachar Lovett" userId="0c6d1e87c56e93c6" providerId="LiveId" clId="{41064877-C806-4AB4-9CDD-1F501398BFFD}" dt="2025-10-08T17:27:20.727" v="48" actId="20577"/>
          <ac:spMkLst>
            <pc:docMk/>
            <pc:sldMk cId="2063963681" sldId="376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08T23:06:57.205" v="3045" actId="20577"/>
        <pc:sldMkLst>
          <pc:docMk/>
          <pc:sldMk cId="2348743265" sldId="447"/>
        </pc:sldMkLst>
        <pc:spChg chg="mod">
          <ac:chgData name="Shachar Lovett" userId="0c6d1e87c56e93c6" providerId="LiveId" clId="{41064877-C806-4AB4-9CDD-1F501398BFFD}" dt="2025-10-08T22:01:35.860" v="2433" actId="20577"/>
          <ac:spMkLst>
            <pc:docMk/>
            <pc:sldMk cId="2348743265" sldId="447"/>
            <ac:spMk id="2" creationId="{00000000-0000-0000-0000-000000000000}"/>
          </ac:spMkLst>
        </pc:spChg>
        <pc:spChg chg="mod">
          <ac:chgData name="Shachar Lovett" userId="0c6d1e87c56e93c6" providerId="LiveId" clId="{41064877-C806-4AB4-9CDD-1F501398BFFD}" dt="2025-10-08T23:06:57.205" v="3045" actId="20577"/>
          <ac:spMkLst>
            <pc:docMk/>
            <pc:sldMk cId="2348743265" sldId="447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08T22:01:48.431" v="2442" actId="20577"/>
        <pc:sldMkLst>
          <pc:docMk/>
          <pc:sldMk cId="2871772959" sldId="448"/>
        </pc:sldMkLst>
        <pc:spChg chg="mod">
          <ac:chgData name="Shachar Lovett" userId="0c6d1e87c56e93c6" providerId="LiveId" clId="{41064877-C806-4AB4-9CDD-1F501398BFFD}" dt="2025-10-08T22:01:48.431" v="2442" actId="20577"/>
          <ac:spMkLst>
            <pc:docMk/>
            <pc:sldMk cId="2871772959" sldId="448"/>
            <ac:spMk id="2" creationId="{00000000-0000-0000-0000-000000000000}"/>
          </ac:spMkLst>
        </pc:spChg>
      </pc:sldChg>
      <pc:sldChg chg="del">
        <pc:chgData name="Shachar Lovett" userId="0c6d1e87c56e93c6" providerId="LiveId" clId="{41064877-C806-4AB4-9CDD-1F501398BFFD}" dt="2025-10-08T23:06:31.072" v="3038" actId="47"/>
        <pc:sldMkLst>
          <pc:docMk/>
          <pc:sldMk cId="1001163663" sldId="457"/>
        </pc:sldMkLst>
      </pc:sldChg>
      <pc:sldChg chg="del">
        <pc:chgData name="Shachar Lovett" userId="0c6d1e87c56e93c6" providerId="LiveId" clId="{41064877-C806-4AB4-9CDD-1F501398BFFD}" dt="2025-10-08T23:06:31.752" v="3039" actId="47"/>
        <pc:sldMkLst>
          <pc:docMk/>
          <pc:sldMk cId="1777667438" sldId="458"/>
        </pc:sldMkLst>
      </pc:sldChg>
      <pc:sldChg chg="del">
        <pc:chgData name="Shachar Lovett" userId="0c6d1e87c56e93c6" providerId="LiveId" clId="{41064877-C806-4AB4-9CDD-1F501398BFFD}" dt="2025-10-08T23:06:32.258" v="3040" actId="47"/>
        <pc:sldMkLst>
          <pc:docMk/>
          <pc:sldMk cId="779422867" sldId="459"/>
        </pc:sldMkLst>
      </pc:sldChg>
      <pc:sldChg chg="del">
        <pc:chgData name="Shachar Lovett" userId="0c6d1e87c56e93c6" providerId="LiveId" clId="{41064877-C806-4AB4-9CDD-1F501398BFFD}" dt="2025-10-08T23:06:32.928" v="3041" actId="47"/>
        <pc:sldMkLst>
          <pc:docMk/>
          <pc:sldMk cId="2125849582" sldId="460"/>
        </pc:sldMkLst>
      </pc:sldChg>
      <pc:sldChg chg="del">
        <pc:chgData name="Shachar Lovett" userId="0c6d1e87c56e93c6" providerId="LiveId" clId="{41064877-C806-4AB4-9CDD-1F501398BFFD}" dt="2025-10-08T23:06:33.541" v="3042" actId="47"/>
        <pc:sldMkLst>
          <pc:docMk/>
          <pc:sldMk cId="2123782646" sldId="461"/>
        </pc:sldMkLst>
      </pc:sldChg>
      <pc:sldChg chg="modSp new mod modAnim">
        <pc:chgData name="Shachar Lovett" userId="0c6d1e87c56e93c6" providerId="LiveId" clId="{41064877-C806-4AB4-9CDD-1F501398BFFD}" dt="2025-10-14T01:49:39.138" v="3204" actId="207"/>
        <pc:sldMkLst>
          <pc:docMk/>
          <pc:sldMk cId="3306834898" sldId="462"/>
        </pc:sldMkLst>
        <pc:spChg chg="mod">
          <ac:chgData name="Shachar Lovett" userId="0c6d1e87c56e93c6" providerId="LiveId" clId="{41064877-C806-4AB4-9CDD-1F501398BFFD}" dt="2025-10-08T17:27:58.696" v="97" actId="404"/>
          <ac:spMkLst>
            <pc:docMk/>
            <pc:sldMk cId="3306834898" sldId="462"/>
            <ac:spMk id="2" creationId="{C635B821-63A0-9630-AB73-497B7A0320AE}"/>
          </ac:spMkLst>
        </pc:spChg>
        <pc:spChg chg="mod">
          <ac:chgData name="Shachar Lovett" userId="0c6d1e87c56e93c6" providerId="LiveId" clId="{41064877-C806-4AB4-9CDD-1F501398BFFD}" dt="2025-10-14T01:49:39.138" v="3204" actId="207"/>
          <ac:spMkLst>
            <pc:docMk/>
            <pc:sldMk cId="3306834898" sldId="462"/>
            <ac:spMk id="3" creationId="{BD843657-C193-B64F-A402-15226BC6D63C}"/>
          </ac:spMkLst>
        </pc:spChg>
      </pc:sldChg>
      <pc:sldChg chg="modSp add mod modAnim">
        <pc:chgData name="Shachar Lovett" userId="0c6d1e87c56e93c6" providerId="LiveId" clId="{41064877-C806-4AB4-9CDD-1F501398BFFD}" dt="2025-10-08T23:20:09.292" v="3177" actId="20577"/>
        <pc:sldMkLst>
          <pc:docMk/>
          <pc:sldMk cId="3312426003" sldId="463"/>
        </pc:sldMkLst>
        <pc:spChg chg="mod">
          <ac:chgData name="Shachar Lovett" userId="0c6d1e87c56e93c6" providerId="LiveId" clId="{41064877-C806-4AB4-9CDD-1F501398BFFD}" dt="2025-10-08T23:20:09.292" v="3177" actId="20577"/>
          <ac:spMkLst>
            <pc:docMk/>
            <pc:sldMk cId="3312426003" sldId="463"/>
            <ac:spMk id="3" creationId="{BA8D3AC5-5A81-8E4F-BF65-D5D9D569ED1E}"/>
          </ac:spMkLst>
        </pc:spChg>
      </pc:sldChg>
      <pc:sldChg chg="add del">
        <pc:chgData name="Shachar Lovett" userId="0c6d1e87c56e93c6" providerId="LiveId" clId="{41064877-C806-4AB4-9CDD-1F501398BFFD}" dt="2025-10-08T17:47:26.908" v="1366" actId="47"/>
        <pc:sldMkLst>
          <pc:docMk/>
          <pc:sldMk cId="2101535998" sldId="464"/>
        </pc:sldMkLst>
      </pc:sldChg>
      <pc:sldChg chg="modSp add mod">
        <pc:chgData name="Shachar Lovett" userId="0c6d1e87c56e93c6" providerId="LiveId" clId="{41064877-C806-4AB4-9CDD-1F501398BFFD}" dt="2025-10-08T17:42:53.078" v="1179" actId="27636"/>
        <pc:sldMkLst>
          <pc:docMk/>
          <pc:sldMk cId="2166270463" sldId="465"/>
        </pc:sldMkLst>
        <pc:spChg chg="mod">
          <ac:chgData name="Shachar Lovett" userId="0c6d1e87c56e93c6" providerId="LiveId" clId="{41064877-C806-4AB4-9CDD-1F501398BFFD}" dt="2025-10-08T17:42:53.078" v="1179" actId="27636"/>
          <ac:spMkLst>
            <pc:docMk/>
            <pc:sldMk cId="2166270463" sldId="465"/>
            <ac:spMk id="3" creationId="{51E73E7A-ADBA-CEA9-A3D1-FC377C14411F}"/>
          </ac:spMkLst>
        </pc:spChg>
      </pc:sldChg>
      <pc:sldChg chg="addSp modSp add mod">
        <pc:chgData name="Shachar Lovett" userId="0c6d1e87c56e93c6" providerId="LiveId" clId="{41064877-C806-4AB4-9CDD-1F501398BFFD}" dt="2025-10-08T17:47:00.195" v="1364"/>
        <pc:sldMkLst>
          <pc:docMk/>
          <pc:sldMk cId="193384984" sldId="466"/>
        </pc:sldMkLst>
        <pc:spChg chg="mod">
          <ac:chgData name="Shachar Lovett" userId="0c6d1e87c56e93c6" providerId="LiveId" clId="{41064877-C806-4AB4-9CDD-1F501398BFFD}" dt="2025-10-08T17:47:00.195" v="1364"/>
          <ac:spMkLst>
            <pc:docMk/>
            <pc:sldMk cId="193384984" sldId="466"/>
            <ac:spMk id="3" creationId="{2C238628-CB90-63A2-4289-5400EAE5FF70}"/>
          </ac:spMkLst>
        </pc:spChg>
        <pc:spChg chg="add mod">
          <ac:chgData name="Shachar Lovett" userId="0c6d1e87c56e93c6" providerId="LiveId" clId="{41064877-C806-4AB4-9CDD-1F501398BFFD}" dt="2025-10-08T17:44:06.797" v="1230" actId="208"/>
          <ac:spMkLst>
            <pc:docMk/>
            <pc:sldMk cId="193384984" sldId="466"/>
            <ac:spMk id="4" creationId="{1D697FA8-529B-E8ED-6ABC-1432AF53D73F}"/>
          </ac:spMkLst>
        </pc:spChg>
        <pc:spChg chg="add mod">
          <ac:chgData name="Shachar Lovett" userId="0c6d1e87c56e93c6" providerId="LiveId" clId="{41064877-C806-4AB4-9CDD-1F501398BFFD}" dt="2025-10-08T17:44:16.853" v="1243" actId="1076"/>
          <ac:spMkLst>
            <pc:docMk/>
            <pc:sldMk cId="193384984" sldId="466"/>
            <ac:spMk id="5" creationId="{66649E56-CEF6-733A-E0F3-BDF77340A1C4}"/>
          </ac:spMkLst>
        </pc:spChg>
      </pc:sldChg>
      <pc:sldChg chg="addSp modSp add mod">
        <pc:chgData name="Shachar Lovett" userId="0c6d1e87c56e93c6" providerId="LiveId" clId="{41064877-C806-4AB4-9CDD-1F501398BFFD}" dt="2025-10-08T17:47:06.995" v="1365"/>
        <pc:sldMkLst>
          <pc:docMk/>
          <pc:sldMk cId="2019366653" sldId="467"/>
        </pc:sldMkLst>
        <pc:spChg chg="mod">
          <ac:chgData name="Shachar Lovett" userId="0c6d1e87c56e93c6" providerId="LiveId" clId="{41064877-C806-4AB4-9CDD-1F501398BFFD}" dt="2025-10-08T17:47:06.995" v="1365"/>
          <ac:spMkLst>
            <pc:docMk/>
            <pc:sldMk cId="2019366653" sldId="467"/>
            <ac:spMk id="3" creationId="{C800A6E3-440B-7EF3-BD78-005FD964ED25}"/>
          </ac:spMkLst>
        </pc:spChg>
        <pc:spChg chg="add mod">
          <ac:chgData name="Shachar Lovett" userId="0c6d1e87c56e93c6" providerId="LiveId" clId="{41064877-C806-4AB4-9CDD-1F501398BFFD}" dt="2025-10-08T17:45:49.797" v="1334" actId="1076"/>
          <ac:spMkLst>
            <pc:docMk/>
            <pc:sldMk cId="2019366653" sldId="467"/>
            <ac:spMk id="6" creationId="{50668EA4-075D-C43D-6700-6B9BDF5F5EE2}"/>
          </ac:spMkLst>
        </pc:spChg>
        <pc:spChg chg="add mod">
          <ac:chgData name="Shachar Lovett" userId="0c6d1e87c56e93c6" providerId="LiveId" clId="{41064877-C806-4AB4-9CDD-1F501398BFFD}" dt="2025-10-08T17:45:52.633" v="1343" actId="20577"/>
          <ac:spMkLst>
            <pc:docMk/>
            <pc:sldMk cId="2019366653" sldId="467"/>
            <ac:spMk id="7" creationId="{16830AB6-A6DD-5C9A-DDEC-18BED27D3AD3}"/>
          </ac:spMkLst>
        </pc:spChg>
      </pc:sldChg>
      <pc:sldChg chg="add del">
        <pc:chgData name="Shachar Lovett" userId="0c6d1e87c56e93c6" providerId="LiveId" clId="{41064877-C806-4AB4-9CDD-1F501398BFFD}" dt="2025-10-08T17:44:23.605" v="1244" actId="47"/>
        <pc:sldMkLst>
          <pc:docMk/>
          <pc:sldMk cId="2666391757" sldId="467"/>
        </pc:sldMkLst>
      </pc:sldChg>
      <pc:sldChg chg="addSp modSp add mod">
        <pc:chgData name="Shachar Lovett" userId="0c6d1e87c56e93c6" providerId="LiveId" clId="{41064877-C806-4AB4-9CDD-1F501398BFFD}" dt="2025-10-08T17:48:44.651" v="1438" actId="1076"/>
        <pc:sldMkLst>
          <pc:docMk/>
          <pc:sldMk cId="2413204172" sldId="468"/>
        </pc:sldMkLst>
        <pc:spChg chg="add mod">
          <ac:chgData name="Shachar Lovett" userId="0c6d1e87c56e93c6" providerId="LiveId" clId="{41064877-C806-4AB4-9CDD-1F501398BFFD}" dt="2025-10-08T17:48:44.651" v="1438" actId="1076"/>
          <ac:spMkLst>
            <pc:docMk/>
            <pc:sldMk cId="2413204172" sldId="468"/>
            <ac:spMk id="8" creationId="{B555F032-DB62-7A2C-2279-1E9EE63005A7}"/>
          </ac:spMkLst>
        </pc:spChg>
      </pc:sldChg>
      <pc:sldChg chg="addSp modSp new mod">
        <pc:chgData name="Shachar Lovett" userId="0c6d1e87c56e93c6" providerId="LiveId" clId="{41064877-C806-4AB4-9CDD-1F501398BFFD}" dt="2025-10-08T23:08:20.848" v="3049" actId="1076"/>
        <pc:sldMkLst>
          <pc:docMk/>
          <pc:sldMk cId="3980603995" sldId="469"/>
        </pc:sldMkLst>
        <pc:spChg chg="mod">
          <ac:chgData name="Shachar Lovett" userId="0c6d1e87c56e93c6" providerId="LiveId" clId="{41064877-C806-4AB4-9CDD-1F501398BFFD}" dt="2025-10-08T21:36:58.624" v="1611" actId="20577"/>
          <ac:spMkLst>
            <pc:docMk/>
            <pc:sldMk cId="3980603995" sldId="469"/>
            <ac:spMk id="2" creationId="{97C7F864-70B1-658C-1AC8-4BDAA80CEF7C}"/>
          </ac:spMkLst>
        </pc:spChg>
        <pc:spChg chg="mod">
          <ac:chgData name="Shachar Lovett" userId="0c6d1e87c56e93c6" providerId="LiveId" clId="{41064877-C806-4AB4-9CDD-1F501398BFFD}" dt="2025-10-08T23:08:15.908" v="3048" actId="6549"/>
          <ac:spMkLst>
            <pc:docMk/>
            <pc:sldMk cId="3980603995" sldId="469"/>
            <ac:spMk id="3" creationId="{E563D3E0-B43B-226F-FDA1-D56582A6EBB5}"/>
          </ac:spMkLst>
        </pc:spChg>
        <pc:picChg chg="add mod">
          <ac:chgData name="Shachar Lovett" userId="0c6d1e87c56e93c6" providerId="LiveId" clId="{41064877-C806-4AB4-9CDD-1F501398BFFD}" dt="2025-10-08T23:08:20.848" v="3049" actId="1076"/>
          <ac:picMkLst>
            <pc:docMk/>
            <pc:sldMk cId="3980603995" sldId="469"/>
            <ac:picMk id="4" creationId="{178FB3E0-C372-2552-EECF-4A855984A451}"/>
          </ac:picMkLst>
        </pc:picChg>
      </pc:sldChg>
      <pc:sldChg chg="modSp new del mod">
        <pc:chgData name="Shachar Lovett" userId="0c6d1e87c56e93c6" providerId="LiveId" clId="{41064877-C806-4AB4-9CDD-1F501398BFFD}" dt="2025-10-08T21:37:07.687" v="1628" actId="680"/>
        <pc:sldMkLst>
          <pc:docMk/>
          <pc:sldMk cId="1716684499" sldId="470"/>
        </pc:sldMkLst>
      </pc:sldChg>
      <pc:sldChg chg="addSp delSp modSp add mod modAnim">
        <pc:chgData name="Shachar Lovett" userId="0c6d1e87c56e93c6" providerId="LiveId" clId="{41064877-C806-4AB4-9CDD-1F501398BFFD}" dt="2025-10-08T23:23:03.719" v="3203"/>
        <pc:sldMkLst>
          <pc:docMk/>
          <pc:sldMk cId="3897232189" sldId="470"/>
        </pc:sldMkLst>
        <pc:spChg chg="mod">
          <ac:chgData name="Shachar Lovett" userId="0c6d1e87c56e93c6" providerId="LiveId" clId="{41064877-C806-4AB4-9CDD-1F501398BFFD}" dt="2025-10-08T22:05:36.620" v="2557" actId="20577"/>
          <ac:spMkLst>
            <pc:docMk/>
            <pc:sldMk cId="3897232189" sldId="470"/>
            <ac:spMk id="2" creationId="{0538D974-AAB9-6322-DD77-5263743F0B69}"/>
          </ac:spMkLst>
        </pc:spChg>
        <pc:spChg chg="mod">
          <ac:chgData name="Shachar Lovett" userId="0c6d1e87c56e93c6" providerId="LiveId" clId="{41064877-C806-4AB4-9CDD-1F501398BFFD}" dt="2025-10-08T23:22:11.251" v="3191" actId="20577"/>
          <ac:spMkLst>
            <pc:docMk/>
            <pc:sldMk cId="3897232189" sldId="470"/>
            <ac:spMk id="3" creationId="{1E4D3D0D-037E-6A34-E104-39C9AAC5A98B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4" creationId="{F47D6AF7-1C86-8CB1-19D8-204FF17C34D5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5" creationId="{404EBCA2-9F14-FC90-584C-CB95C1794B3E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45" creationId="{FD297E5D-6338-4F49-09C0-B0EE4146475A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46" creationId="{8F2AAE87-D184-2CBC-56D6-391EA34F9126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48" creationId="{16C4CFBC-2EA0-DFDB-CE79-69373888D882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51" creationId="{5C572423-7E47-625E-2D7A-B5403D336AF6}"/>
          </ac:spMkLst>
        </pc:spChg>
        <pc:spChg chg="add mod">
          <ac:chgData name="Shachar Lovett" userId="0c6d1e87c56e93c6" providerId="LiveId" clId="{41064877-C806-4AB4-9CDD-1F501398BFFD}" dt="2025-10-08T22:10:06.842" v="2719" actId="164"/>
          <ac:spMkLst>
            <pc:docMk/>
            <pc:sldMk cId="3897232189" sldId="470"/>
            <ac:spMk id="52" creationId="{7411FC4D-2B1B-421A-8033-9CA2A7AFBDFB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87" creationId="{CDBA31FC-E74B-E985-F61D-6DF2D34A6D9D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88" creationId="{F04ECC8B-23FC-E61A-92E2-3C736081DD92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91" creationId="{F6E094F3-29EE-C19F-EAE5-D6B3A91C1107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92" creationId="{685F101F-C930-2D6C-CE09-2EA8EC18BB66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93" creationId="{4FB60C00-0B50-407B-E828-C443E34B667E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94" creationId="{402E993E-F86F-A584-4FEA-B92C94FCF32E}"/>
          </ac:spMkLst>
        </pc:spChg>
        <pc:spChg chg="add mod">
          <ac:chgData name="Shachar Lovett" userId="0c6d1e87c56e93c6" providerId="LiveId" clId="{41064877-C806-4AB4-9CDD-1F501398BFFD}" dt="2025-10-08T22:10:39.874" v="2730" actId="1076"/>
          <ac:spMkLst>
            <pc:docMk/>
            <pc:sldMk cId="3897232189" sldId="470"/>
            <ac:spMk id="95" creationId="{1522E353-EC74-0249-F726-BC6193C2BA0A}"/>
          </ac:spMkLst>
        </pc:spChg>
        <pc:spChg chg="add mod">
          <ac:chgData name="Shachar Lovett" userId="0c6d1e87c56e93c6" providerId="LiveId" clId="{41064877-C806-4AB4-9CDD-1F501398BFFD}" dt="2025-10-08T23:10:43.567" v="3059" actId="20577"/>
          <ac:spMkLst>
            <pc:docMk/>
            <pc:sldMk cId="3897232189" sldId="470"/>
            <ac:spMk id="96" creationId="{5A5397BC-74EE-E758-FAD3-C361EE2C1C05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97" creationId="{28CB3ADA-54CA-F04C-7D6A-511699BC84E3}"/>
          </ac:spMkLst>
        </pc:spChg>
        <pc:spChg chg="add mod">
          <ac:chgData name="Shachar Lovett" userId="0c6d1e87c56e93c6" providerId="LiveId" clId="{41064877-C806-4AB4-9CDD-1F501398BFFD}" dt="2025-10-08T23:22:22.241" v="3193" actId="1076"/>
          <ac:spMkLst>
            <pc:docMk/>
            <pc:sldMk cId="3897232189" sldId="470"/>
            <ac:spMk id="112" creationId="{228B6D04-72CE-2FA6-4C1F-DE414E8A1263}"/>
          </ac:spMkLst>
        </pc:spChg>
        <pc:spChg chg="add mod">
          <ac:chgData name="Shachar Lovett" userId="0c6d1e87c56e93c6" providerId="LiveId" clId="{41064877-C806-4AB4-9CDD-1F501398BFFD}" dt="2025-10-08T22:10:32.581" v="2729" actId="20577"/>
          <ac:spMkLst>
            <pc:docMk/>
            <pc:sldMk cId="3897232189" sldId="470"/>
            <ac:spMk id="113" creationId="{24F0EF4E-0888-16BE-1700-F7F266DAE0EB}"/>
          </ac:spMkLst>
        </pc:spChg>
        <pc:spChg chg="add mod">
          <ac:chgData name="Shachar Lovett" userId="0c6d1e87c56e93c6" providerId="LiveId" clId="{41064877-C806-4AB4-9CDD-1F501398BFFD}" dt="2025-10-08T22:09:31.856" v="2688" actId="1076"/>
          <ac:spMkLst>
            <pc:docMk/>
            <pc:sldMk cId="3897232189" sldId="470"/>
            <ac:spMk id="114" creationId="{1E06F405-C5C8-1C29-FC19-2838A375E064}"/>
          </ac:spMkLst>
        </pc:spChg>
        <pc:grpChg chg="mod">
          <ac:chgData name="Shachar Lovett" userId="0c6d1e87c56e93c6" providerId="LiveId" clId="{41064877-C806-4AB4-9CDD-1F501398BFFD}" dt="2025-10-08T23:22:19.555" v="3192" actId="1076"/>
          <ac:grpSpMkLst>
            <pc:docMk/>
            <pc:sldMk cId="3897232189" sldId="470"/>
            <ac:grpSpMk id="115" creationId="{EBE5AAB2-8944-5871-083C-32638A6B4A1D}"/>
          </ac:grpSpMkLst>
        </pc:grpChg>
        <pc:grpChg chg="add mod">
          <ac:chgData name="Shachar Lovett" userId="0c6d1e87c56e93c6" providerId="LiveId" clId="{41064877-C806-4AB4-9CDD-1F501398BFFD}" dt="2025-10-08T22:10:06.842" v="2719" actId="164"/>
          <ac:grpSpMkLst>
            <pc:docMk/>
            <pc:sldMk cId="3897232189" sldId="470"/>
            <ac:grpSpMk id="116" creationId="{B15FB668-80A9-B4E8-4413-9B920B5F8627}"/>
          </ac:grpSpMkLst>
        </pc:grpChg>
        <pc:cxnChg chg="add mod">
          <ac:chgData name="Shachar Lovett" userId="0c6d1e87c56e93c6" providerId="LiveId" clId="{41064877-C806-4AB4-9CDD-1F501398BFFD}" dt="2025-10-08T22:10:06.842" v="2719" actId="164"/>
          <ac:cxnSpMkLst>
            <pc:docMk/>
            <pc:sldMk cId="3897232189" sldId="470"/>
            <ac:cxnSpMk id="8" creationId="{0F5D4963-C53A-AE60-1C44-6F52FCA839B8}"/>
          </ac:cxnSpMkLst>
        </pc:cxnChg>
        <pc:cxnChg chg="add mod">
          <ac:chgData name="Shachar Lovett" userId="0c6d1e87c56e93c6" providerId="LiveId" clId="{41064877-C806-4AB4-9CDD-1F501398BFFD}" dt="2025-10-08T22:10:06.842" v="2719" actId="164"/>
          <ac:cxnSpMkLst>
            <pc:docMk/>
            <pc:sldMk cId="3897232189" sldId="470"/>
            <ac:cxnSpMk id="9" creationId="{520AF7C8-9FE3-C44A-ED24-4DCD07A57393}"/>
          </ac:cxnSpMkLst>
        </pc:cxnChg>
        <pc:cxnChg chg="add mod">
          <ac:chgData name="Shachar Lovett" userId="0c6d1e87c56e93c6" providerId="LiveId" clId="{41064877-C806-4AB4-9CDD-1F501398BFFD}" dt="2025-10-08T22:07:27.812" v="2585" actId="14100"/>
          <ac:cxnSpMkLst>
            <pc:docMk/>
            <pc:sldMk cId="3897232189" sldId="470"/>
            <ac:cxnSpMk id="89" creationId="{D418601D-F645-2327-70DA-59F3E4736FBD}"/>
          </ac:cxnSpMkLst>
        </pc:cxnChg>
        <pc:cxnChg chg="add mod">
          <ac:chgData name="Shachar Lovett" userId="0c6d1e87c56e93c6" providerId="LiveId" clId="{41064877-C806-4AB4-9CDD-1F501398BFFD}" dt="2025-10-08T22:06:44.738" v="2564" actId="1076"/>
          <ac:cxnSpMkLst>
            <pc:docMk/>
            <pc:sldMk cId="3897232189" sldId="470"/>
            <ac:cxnSpMk id="90" creationId="{E6C839F8-F38A-3631-2247-5281197246A8}"/>
          </ac:cxnSpMkLst>
        </pc:cxnChg>
        <pc:cxnChg chg="add mod">
          <ac:chgData name="Shachar Lovett" userId="0c6d1e87c56e93c6" providerId="LiveId" clId="{41064877-C806-4AB4-9CDD-1F501398BFFD}" dt="2025-10-08T22:07:39.498" v="2589" actId="14100"/>
          <ac:cxnSpMkLst>
            <pc:docMk/>
            <pc:sldMk cId="3897232189" sldId="470"/>
            <ac:cxnSpMk id="99" creationId="{E09E9F37-99DD-C57B-DCE4-4738598DCAD5}"/>
          </ac:cxnSpMkLst>
        </pc:cxnChg>
        <pc:cxnChg chg="add mod">
          <ac:chgData name="Shachar Lovett" userId="0c6d1e87c56e93c6" providerId="LiveId" clId="{41064877-C806-4AB4-9CDD-1F501398BFFD}" dt="2025-10-08T22:08:02.929" v="2599" actId="14100"/>
          <ac:cxnSpMkLst>
            <pc:docMk/>
            <pc:sldMk cId="3897232189" sldId="470"/>
            <ac:cxnSpMk id="109" creationId="{E087595B-3722-914C-91CE-F49CA75D97B6}"/>
          </ac:cxnSpMkLst>
        </pc:cxnChg>
      </pc:sldChg>
      <pc:sldChg chg="addSp delSp modSp add mod">
        <pc:chgData name="Shachar Lovett" userId="0c6d1e87c56e93c6" providerId="LiveId" clId="{41064877-C806-4AB4-9CDD-1F501398BFFD}" dt="2025-10-08T23:15:26.495" v="3110" actId="20577"/>
        <pc:sldMkLst>
          <pc:docMk/>
          <pc:sldMk cId="3345720658" sldId="471"/>
        </pc:sldMkLst>
        <pc:spChg chg="mod">
          <ac:chgData name="Shachar Lovett" userId="0c6d1e87c56e93c6" providerId="LiveId" clId="{41064877-C806-4AB4-9CDD-1F501398BFFD}" dt="2025-10-08T21:53:31.939" v="2036" actId="27636"/>
          <ac:spMkLst>
            <pc:docMk/>
            <pc:sldMk cId="3345720658" sldId="471"/>
            <ac:spMk id="2" creationId="{B13A0B36-1DEC-57C9-6311-946E62EC9316}"/>
          </ac:spMkLst>
        </pc:spChg>
        <pc:spChg chg="mod">
          <ac:chgData name="Shachar Lovett" userId="0c6d1e87c56e93c6" providerId="LiveId" clId="{41064877-C806-4AB4-9CDD-1F501398BFFD}" dt="2025-10-08T23:15:26.495" v="3110" actId="20577"/>
          <ac:spMkLst>
            <pc:docMk/>
            <pc:sldMk cId="3345720658" sldId="471"/>
            <ac:spMk id="3" creationId="{EE342CDA-2B1D-15A2-1BF9-A8696B706E85}"/>
          </ac:spMkLst>
        </pc:spChg>
        <pc:picChg chg="add mod">
          <ac:chgData name="Shachar Lovett" userId="0c6d1e87c56e93c6" providerId="LiveId" clId="{41064877-C806-4AB4-9CDD-1F501398BFFD}" dt="2025-10-08T23:11:11.210" v="3062" actId="1076"/>
          <ac:picMkLst>
            <pc:docMk/>
            <pc:sldMk cId="3345720658" sldId="471"/>
            <ac:picMk id="10" creationId="{8C6F5241-8F8E-412E-DC8C-C1DC37A00C65}"/>
          </ac:picMkLst>
        </pc:picChg>
      </pc:sldChg>
      <pc:sldChg chg="addSp delSp modSp new mod modAnim">
        <pc:chgData name="Shachar Lovett" userId="0c6d1e87c56e93c6" providerId="LiveId" clId="{41064877-C806-4AB4-9CDD-1F501398BFFD}" dt="2025-10-08T23:21:15.369" v="3189" actId="20577"/>
        <pc:sldMkLst>
          <pc:docMk/>
          <pc:sldMk cId="3717942618" sldId="472"/>
        </pc:sldMkLst>
        <pc:spChg chg="mod">
          <ac:chgData name="Shachar Lovett" userId="0c6d1e87c56e93c6" providerId="LiveId" clId="{41064877-C806-4AB4-9CDD-1F501398BFFD}" dt="2025-10-08T21:55:22.439" v="2144" actId="20577"/>
          <ac:spMkLst>
            <pc:docMk/>
            <pc:sldMk cId="3717942618" sldId="472"/>
            <ac:spMk id="2" creationId="{5BC145E3-D799-507F-9B0C-6898303B4B6A}"/>
          </ac:spMkLst>
        </pc:spChg>
        <pc:spChg chg="add mod">
          <ac:chgData name="Shachar Lovett" userId="0c6d1e87c56e93c6" providerId="LiveId" clId="{41064877-C806-4AB4-9CDD-1F501398BFFD}" dt="2025-10-08T21:56:32.665" v="2176" actId="1035"/>
          <ac:spMkLst>
            <pc:docMk/>
            <pc:sldMk cId="3717942618" sldId="472"/>
            <ac:spMk id="6" creationId="{836C6317-336A-21BC-A63E-E7ED3F7CCF92}"/>
          </ac:spMkLst>
        </pc:spChg>
        <pc:spChg chg="add mod">
          <ac:chgData name="Shachar Lovett" userId="0c6d1e87c56e93c6" providerId="LiveId" clId="{41064877-C806-4AB4-9CDD-1F501398BFFD}" dt="2025-10-08T21:56:46.359" v="2184" actId="1037"/>
          <ac:spMkLst>
            <pc:docMk/>
            <pc:sldMk cId="3717942618" sldId="472"/>
            <ac:spMk id="7" creationId="{65486858-75D9-BA34-F520-5232F7B49B07}"/>
          </ac:spMkLst>
        </pc:spChg>
        <pc:spChg chg="add mod">
          <ac:chgData name="Shachar Lovett" userId="0c6d1e87c56e93c6" providerId="LiveId" clId="{41064877-C806-4AB4-9CDD-1F501398BFFD}" dt="2025-10-08T23:21:15.369" v="3189" actId="20577"/>
          <ac:spMkLst>
            <pc:docMk/>
            <pc:sldMk cId="3717942618" sldId="472"/>
            <ac:spMk id="8" creationId="{66B1F1CA-4EA1-8750-FA2E-7ABE032505D2}"/>
          </ac:spMkLst>
        </pc:spChg>
        <pc:picChg chg="add mod ord">
          <ac:chgData name="Shachar Lovett" userId="0c6d1e87c56e93c6" providerId="LiveId" clId="{41064877-C806-4AB4-9CDD-1F501398BFFD}" dt="2025-10-08T21:56:23.323" v="2170" actId="14100"/>
          <ac:picMkLst>
            <pc:docMk/>
            <pc:sldMk cId="3717942618" sldId="472"/>
            <ac:picMk id="5" creationId="{63942A55-3F3F-8336-C396-37869C27F808}"/>
          </ac:picMkLst>
        </pc:picChg>
      </pc:sldChg>
      <pc:sldChg chg="delSp modSp add mod">
        <pc:chgData name="Shachar Lovett" userId="0c6d1e87c56e93c6" providerId="LiveId" clId="{41064877-C806-4AB4-9CDD-1F501398BFFD}" dt="2025-10-15T23:18:42.158" v="3506" actId="20577"/>
        <pc:sldMkLst>
          <pc:docMk/>
          <pc:sldMk cId="937263050" sldId="473"/>
        </pc:sldMkLst>
        <pc:spChg chg="mod">
          <ac:chgData name="Shachar Lovett" userId="0c6d1e87c56e93c6" providerId="LiveId" clId="{41064877-C806-4AB4-9CDD-1F501398BFFD}" dt="2025-10-15T23:18:42.158" v="3506" actId="20577"/>
          <ac:spMkLst>
            <pc:docMk/>
            <pc:sldMk cId="937263050" sldId="473"/>
            <ac:spMk id="3" creationId="{1EC964F4-3B49-7431-763C-19870A76FC56}"/>
          </ac:spMkLst>
        </pc:spChg>
      </pc:sldChg>
      <pc:sldChg chg="addSp delSp modSp new mod modAnim">
        <pc:chgData name="Shachar Lovett" userId="0c6d1e87c56e93c6" providerId="LiveId" clId="{41064877-C806-4AB4-9CDD-1F501398BFFD}" dt="2025-10-08T23:18:52.804" v="3146"/>
        <pc:sldMkLst>
          <pc:docMk/>
          <pc:sldMk cId="1164478103" sldId="474"/>
        </pc:sldMkLst>
        <pc:spChg chg="mod">
          <ac:chgData name="Shachar Lovett" userId="0c6d1e87c56e93c6" providerId="LiveId" clId="{41064877-C806-4AB4-9CDD-1F501398BFFD}" dt="2025-10-08T23:02:39.633" v="2910"/>
          <ac:spMkLst>
            <pc:docMk/>
            <pc:sldMk cId="1164478103" sldId="474"/>
            <ac:spMk id="2" creationId="{92ADFC57-17F2-FD89-6651-064E0D8FBEA3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5" creationId="{96F8ECAA-B880-F94B-1C7E-06FCDFBBA930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6" creationId="{7F3AAE68-0FA4-25F9-B4BF-8890210E1704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9" creationId="{040BD382-5525-0991-7ABB-E018CF263D74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0" creationId="{C65CB3DE-C631-D373-056B-4D9C286D402A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1" creationId="{5D4327FF-4C32-367A-D3FE-0C2FB2AD10F0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2" creationId="{C358F224-6FB7-D5E4-0ED3-388BFEDF72FD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3" creationId="{24D66BD3-C4BF-8CDA-00FC-CDFEC33EBA33}"/>
          </ac:spMkLst>
        </pc:spChg>
        <pc:spChg chg="mod">
          <ac:chgData name="Shachar Lovett" userId="0c6d1e87c56e93c6" providerId="LiveId" clId="{41064877-C806-4AB4-9CDD-1F501398BFFD}" dt="2025-10-08T23:11:26.824" v="3063" actId="6549"/>
          <ac:spMkLst>
            <pc:docMk/>
            <pc:sldMk cId="1164478103" sldId="474"/>
            <ac:spMk id="14" creationId="{7D94327D-7089-1FF4-C675-BB856CBA53A9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5" creationId="{49517BFF-99B3-B516-ABE4-46FFABFFB24E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8" creationId="{E767CE33-7A24-0BB8-0A0C-C484616EFA3B}"/>
          </ac:spMkLst>
        </pc:spChg>
        <pc:spChg chg="mod">
          <ac:chgData name="Shachar Lovett" userId="0c6d1e87c56e93c6" providerId="LiveId" clId="{41064877-C806-4AB4-9CDD-1F501398BFFD}" dt="2025-10-08T23:02:54.491" v="2926"/>
          <ac:spMkLst>
            <pc:docMk/>
            <pc:sldMk cId="1164478103" sldId="474"/>
            <ac:spMk id="19" creationId="{F35970AF-527D-723D-1927-71F94023FE72}"/>
          </ac:spMkLst>
        </pc:spChg>
        <pc:spChg chg="mod topLvl">
          <ac:chgData name="Shachar Lovett" userId="0c6d1e87c56e93c6" providerId="LiveId" clId="{41064877-C806-4AB4-9CDD-1F501398BFFD}" dt="2025-10-08T23:12:08.653" v="3069" actId="1076"/>
          <ac:spMkLst>
            <pc:docMk/>
            <pc:sldMk cId="1164478103" sldId="474"/>
            <ac:spMk id="22" creationId="{BFA2C109-9D08-1224-C722-EDB8A747642D}"/>
          </ac:spMkLst>
        </pc:spChg>
        <pc:spChg chg="mod topLvl">
          <ac:chgData name="Shachar Lovett" userId="0c6d1e87c56e93c6" providerId="LiveId" clId="{41064877-C806-4AB4-9CDD-1F501398BFFD}" dt="2025-10-08T23:04:17.950" v="2957" actId="338"/>
          <ac:spMkLst>
            <pc:docMk/>
            <pc:sldMk cId="1164478103" sldId="474"/>
            <ac:spMk id="26" creationId="{2E333219-E746-71D3-B169-D2047780E9AC}"/>
          </ac:spMkLst>
        </pc:spChg>
        <pc:spChg chg="mod topLvl">
          <ac:chgData name="Shachar Lovett" userId="0c6d1e87c56e93c6" providerId="LiveId" clId="{41064877-C806-4AB4-9CDD-1F501398BFFD}" dt="2025-10-08T23:04:17.950" v="2957" actId="338"/>
          <ac:spMkLst>
            <pc:docMk/>
            <pc:sldMk cId="1164478103" sldId="474"/>
            <ac:spMk id="29" creationId="{BFB781FD-E8F6-6C38-E33E-02EA06DFFD5A}"/>
          </ac:spMkLst>
        </pc:spChg>
        <pc:spChg chg="mod topLvl">
          <ac:chgData name="Shachar Lovett" userId="0c6d1e87c56e93c6" providerId="LiveId" clId="{41064877-C806-4AB4-9CDD-1F501398BFFD}" dt="2025-10-08T23:11:31.862" v="3064" actId="6549"/>
          <ac:spMkLst>
            <pc:docMk/>
            <pc:sldMk cId="1164478103" sldId="474"/>
            <ac:spMk id="30" creationId="{8A48A50A-631D-696E-444A-5FA3C101B8A6}"/>
          </ac:spMkLst>
        </pc:spChg>
        <pc:spChg chg="mod topLvl">
          <ac:chgData name="Shachar Lovett" userId="0c6d1e87c56e93c6" providerId="LiveId" clId="{41064877-C806-4AB4-9CDD-1F501398BFFD}" dt="2025-10-08T23:04:17.950" v="2957" actId="338"/>
          <ac:spMkLst>
            <pc:docMk/>
            <pc:sldMk cId="1164478103" sldId="474"/>
            <ac:spMk id="31" creationId="{03E2C192-0978-7718-066F-CC9C8FF92DDE}"/>
          </ac:spMkLst>
        </pc:spChg>
        <pc:spChg chg="mod topLvl">
          <ac:chgData name="Shachar Lovett" userId="0c6d1e87c56e93c6" providerId="LiveId" clId="{41064877-C806-4AB4-9CDD-1F501398BFFD}" dt="2025-10-08T23:04:17.950" v="2957" actId="338"/>
          <ac:spMkLst>
            <pc:docMk/>
            <pc:sldMk cId="1164478103" sldId="474"/>
            <ac:spMk id="34" creationId="{BB35090C-DBCE-7261-F678-0889BE80F388}"/>
          </ac:spMkLst>
        </pc:spChg>
        <pc:spChg chg="mod topLvl">
          <ac:chgData name="Shachar Lovett" userId="0c6d1e87c56e93c6" providerId="LiveId" clId="{41064877-C806-4AB4-9CDD-1F501398BFFD}" dt="2025-10-08T23:04:17.950" v="2957" actId="338"/>
          <ac:spMkLst>
            <pc:docMk/>
            <pc:sldMk cId="1164478103" sldId="474"/>
            <ac:spMk id="35" creationId="{4AF7E678-4903-CF12-D9D7-6D2F43260CD1}"/>
          </ac:spMkLst>
        </pc:spChg>
        <pc:spChg chg="add mod">
          <ac:chgData name="Shachar Lovett" userId="0c6d1e87c56e93c6" providerId="LiveId" clId="{41064877-C806-4AB4-9CDD-1F501398BFFD}" dt="2025-10-08T23:17:33.091" v="3135" actId="164"/>
          <ac:spMkLst>
            <pc:docMk/>
            <pc:sldMk cId="1164478103" sldId="474"/>
            <ac:spMk id="42" creationId="{97762EB6-7B2C-CA77-88F8-E3F051249E29}"/>
          </ac:spMkLst>
        </pc:spChg>
        <pc:spChg chg="add mod">
          <ac:chgData name="Shachar Lovett" userId="0c6d1e87c56e93c6" providerId="LiveId" clId="{41064877-C806-4AB4-9CDD-1F501398BFFD}" dt="2025-10-08T23:17:33.091" v="3135" actId="164"/>
          <ac:spMkLst>
            <pc:docMk/>
            <pc:sldMk cId="1164478103" sldId="474"/>
            <ac:spMk id="43" creationId="{51937083-FF54-2F06-B049-E4F6BE4049B2}"/>
          </ac:spMkLst>
        </pc:spChg>
        <pc:spChg chg="mod">
          <ac:chgData name="Shachar Lovett" userId="0c6d1e87c56e93c6" providerId="LiveId" clId="{41064877-C806-4AB4-9CDD-1F501398BFFD}" dt="2025-10-08T23:16:06.677" v="3114"/>
          <ac:spMkLst>
            <pc:docMk/>
            <pc:sldMk cId="1164478103" sldId="474"/>
            <ac:spMk id="46" creationId="{BF1D0F71-C2CA-11F2-A43D-C646812A7CDB}"/>
          </ac:spMkLst>
        </pc:spChg>
        <pc:spChg chg="mod">
          <ac:chgData name="Shachar Lovett" userId="0c6d1e87c56e93c6" providerId="LiveId" clId="{41064877-C806-4AB4-9CDD-1F501398BFFD}" dt="2025-10-08T23:16:06.677" v="3114"/>
          <ac:spMkLst>
            <pc:docMk/>
            <pc:sldMk cId="1164478103" sldId="474"/>
            <ac:spMk id="47" creationId="{7F1E86FF-4CC0-564E-EEC5-B1B42FC618FB}"/>
          </ac:spMkLst>
        </pc:spChg>
        <pc:spChg chg="mod">
          <ac:chgData name="Shachar Lovett" userId="0c6d1e87c56e93c6" providerId="LiveId" clId="{41064877-C806-4AB4-9CDD-1F501398BFFD}" dt="2025-10-08T23:16:06.677" v="3114"/>
          <ac:spMkLst>
            <pc:docMk/>
            <pc:sldMk cId="1164478103" sldId="474"/>
            <ac:spMk id="49" creationId="{764BCFFC-6D1E-F0CE-8132-1F0F36A8B7DF}"/>
          </ac:spMkLst>
        </pc:spChg>
        <pc:spChg chg="add mod">
          <ac:chgData name="Shachar Lovett" userId="0c6d1e87c56e93c6" providerId="LiveId" clId="{41064877-C806-4AB4-9CDD-1F501398BFFD}" dt="2025-10-08T23:17:37.854" v="3136" actId="164"/>
          <ac:spMkLst>
            <pc:docMk/>
            <pc:sldMk cId="1164478103" sldId="474"/>
            <ac:spMk id="52" creationId="{51230F9A-2B7F-9F14-F70D-FEBC62FA4E89}"/>
          </ac:spMkLst>
        </pc:spChg>
        <pc:spChg chg="add mod">
          <ac:chgData name="Shachar Lovett" userId="0c6d1e87c56e93c6" providerId="LiveId" clId="{41064877-C806-4AB4-9CDD-1F501398BFFD}" dt="2025-10-08T23:17:37.854" v="3136" actId="164"/>
          <ac:spMkLst>
            <pc:docMk/>
            <pc:sldMk cId="1164478103" sldId="474"/>
            <ac:spMk id="53" creationId="{685222BC-1600-1CB5-0897-098D7A74458D}"/>
          </ac:spMkLst>
        </pc:spChg>
        <pc:spChg chg="add mod">
          <ac:chgData name="Shachar Lovett" userId="0c6d1e87c56e93c6" providerId="LiveId" clId="{41064877-C806-4AB4-9CDD-1F501398BFFD}" dt="2025-10-08T23:18:48.307" v="3145" actId="208"/>
          <ac:spMkLst>
            <pc:docMk/>
            <pc:sldMk cId="1164478103" sldId="474"/>
            <ac:spMk id="56" creationId="{5FD40495-B23E-CA71-29AE-17B36102965D}"/>
          </ac:spMkLst>
        </pc:spChg>
        <pc:grpChg chg="mod">
          <ac:chgData name="Shachar Lovett" userId="0c6d1e87c56e93c6" providerId="LiveId" clId="{41064877-C806-4AB4-9CDD-1F501398BFFD}" dt="2025-10-08T23:15:51.057" v="3111" actId="1076"/>
          <ac:grpSpMkLst>
            <pc:docMk/>
            <pc:sldMk cId="1164478103" sldId="474"/>
            <ac:grpSpMk id="4" creationId="{4560292C-8442-A82B-270B-665621E05C2D}"/>
          </ac:grpSpMkLst>
        </pc:grpChg>
        <pc:grpChg chg="add mod">
          <ac:chgData name="Shachar Lovett" userId="0c6d1e87c56e93c6" providerId="LiveId" clId="{41064877-C806-4AB4-9CDD-1F501398BFFD}" dt="2025-10-08T23:16:23.067" v="3117" actId="1076"/>
          <ac:grpSpMkLst>
            <pc:docMk/>
            <pc:sldMk cId="1164478103" sldId="474"/>
            <ac:grpSpMk id="37" creationId="{5C111278-FFFF-FE43-9644-3D65BDD0925D}"/>
          </ac:grpSpMkLst>
        </pc:grpChg>
        <pc:grpChg chg="add mod">
          <ac:chgData name="Shachar Lovett" userId="0c6d1e87c56e93c6" providerId="LiveId" clId="{41064877-C806-4AB4-9CDD-1F501398BFFD}" dt="2025-10-08T23:16:32.416" v="3119" actId="1076"/>
          <ac:grpSpMkLst>
            <pc:docMk/>
            <pc:sldMk cId="1164478103" sldId="474"/>
            <ac:grpSpMk id="44" creationId="{31609A6A-F59F-457F-BEF9-6097CDD6D0CF}"/>
          </ac:grpSpMkLst>
        </pc:grpChg>
        <pc:grpChg chg="add mod">
          <ac:chgData name="Shachar Lovett" userId="0c6d1e87c56e93c6" providerId="LiveId" clId="{41064877-C806-4AB4-9CDD-1F501398BFFD}" dt="2025-10-08T23:17:33.091" v="3135" actId="164"/>
          <ac:grpSpMkLst>
            <pc:docMk/>
            <pc:sldMk cId="1164478103" sldId="474"/>
            <ac:grpSpMk id="54" creationId="{F9E61B73-EC19-7A55-8157-C86B1C901E2E}"/>
          </ac:grpSpMkLst>
        </pc:grpChg>
        <pc:grpChg chg="add mod">
          <ac:chgData name="Shachar Lovett" userId="0c6d1e87c56e93c6" providerId="LiveId" clId="{41064877-C806-4AB4-9CDD-1F501398BFFD}" dt="2025-10-08T23:17:37.854" v="3136" actId="164"/>
          <ac:grpSpMkLst>
            <pc:docMk/>
            <pc:sldMk cId="1164478103" sldId="474"/>
            <ac:grpSpMk id="55" creationId="{6BF072AC-526E-0747-F9F5-A71A6F74EEFD}"/>
          </ac:grpSpMkLst>
        </pc:grpChg>
        <pc:cxnChg chg="mod topLvl">
          <ac:chgData name="Shachar Lovett" userId="0c6d1e87c56e93c6" providerId="LiveId" clId="{41064877-C806-4AB4-9CDD-1F501398BFFD}" dt="2025-10-08T23:04:17.950" v="2957" actId="338"/>
          <ac:cxnSpMkLst>
            <pc:docMk/>
            <pc:sldMk cId="1164478103" sldId="474"/>
            <ac:cxnSpMk id="23" creationId="{6FDCEBDF-98D7-D4B6-4252-8846FA34A77E}"/>
          </ac:cxnSpMkLst>
        </pc:cxnChg>
        <pc:cxnChg chg="mod">
          <ac:chgData name="Shachar Lovett" userId="0c6d1e87c56e93c6" providerId="LiveId" clId="{41064877-C806-4AB4-9CDD-1F501398BFFD}" dt="2025-10-08T23:12:08.653" v="3069" actId="1076"/>
          <ac:cxnSpMkLst>
            <pc:docMk/>
            <pc:sldMk cId="1164478103" sldId="474"/>
            <ac:cxnSpMk id="32" creationId="{67DA2192-A545-F999-7A15-A187A22E935A}"/>
          </ac:cxnSpMkLst>
        </pc:cxnChg>
        <pc:cxnChg chg="mod topLvl">
          <ac:chgData name="Shachar Lovett" userId="0c6d1e87c56e93c6" providerId="LiveId" clId="{41064877-C806-4AB4-9CDD-1F501398BFFD}" dt="2025-10-08T23:12:08.653" v="3069" actId="1076"/>
          <ac:cxnSpMkLst>
            <pc:docMk/>
            <pc:sldMk cId="1164478103" sldId="474"/>
            <ac:cxnSpMk id="33" creationId="{C170BAF6-94FD-CBA7-234F-C123261B0785}"/>
          </ac:cxnSpMkLst>
        </pc:cxnChg>
        <pc:cxnChg chg="mod">
          <ac:chgData name="Shachar Lovett" userId="0c6d1e87c56e93c6" providerId="LiveId" clId="{41064877-C806-4AB4-9CDD-1F501398BFFD}" dt="2025-10-08T23:16:06.677" v="3114"/>
          <ac:cxnSpMkLst>
            <pc:docMk/>
            <pc:sldMk cId="1164478103" sldId="474"/>
            <ac:cxnSpMk id="45" creationId="{BC91DCAD-B62C-F474-3AC2-466B66AEBFE3}"/>
          </ac:cxnSpMkLst>
        </pc:cxnChg>
        <pc:cxnChg chg="mod">
          <ac:chgData name="Shachar Lovett" userId="0c6d1e87c56e93c6" providerId="LiveId" clId="{41064877-C806-4AB4-9CDD-1F501398BFFD}" dt="2025-10-08T23:16:06.677" v="3114"/>
          <ac:cxnSpMkLst>
            <pc:docMk/>
            <pc:sldMk cId="1164478103" sldId="474"/>
            <ac:cxnSpMk id="48" creationId="{B4ADB1BB-6FFC-EEB6-FC4B-A3E5924B18DA}"/>
          </ac:cxnSpMkLst>
        </pc:cxnChg>
      </pc:sldChg>
      <pc:sldChg chg="addSp modSp new mod">
        <pc:chgData name="Shachar Lovett" userId="0c6d1e87c56e93c6" providerId="LiveId" clId="{41064877-C806-4AB4-9CDD-1F501398BFFD}" dt="2025-10-14T02:10:59.054" v="3422" actId="313"/>
        <pc:sldMkLst>
          <pc:docMk/>
          <pc:sldMk cId="2096475670" sldId="475"/>
        </pc:sldMkLst>
        <pc:spChg chg="mod">
          <ac:chgData name="Shachar Lovett" userId="0c6d1e87c56e93c6" providerId="LiveId" clId="{41064877-C806-4AB4-9CDD-1F501398BFFD}" dt="2025-10-14T02:10:59.054" v="3422" actId="313"/>
          <ac:spMkLst>
            <pc:docMk/>
            <pc:sldMk cId="2096475670" sldId="475"/>
            <ac:spMk id="2" creationId="{C2BD759E-FE68-605F-1AFD-C9D40B416CE7}"/>
          </ac:spMkLst>
        </pc:spChg>
        <pc:spChg chg="mod">
          <ac:chgData name="Shachar Lovett" userId="0c6d1e87c56e93c6" providerId="LiveId" clId="{41064877-C806-4AB4-9CDD-1F501398BFFD}" dt="2025-10-14T02:10:38.584" v="3420" actId="14100"/>
          <ac:spMkLst>
            <pc:docMk/>
            <pc:sldMk cId="2096475670" sldId="475"/>
            <ac:spMk id="3" creationId="{94502A6A-9A9C-764D-0E18-5C74BAB2FCAD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4" creationId="{BCD79B11-D93C-682A-A993-ED91580898B1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5" creationId="{959FEE7F-7450-6640-1501-6101C6B63476}"/>
          </ac:spMkLst>
        </pc:spChg>
        <pc:spChg chg="add mod">
          <ac:chgData name="Shachar Lovett" userId="0c6d1e87c56e93c6" providerId="LiveId" clId="{41064877-C806-4AB4-9CDD-1F501398BFFD}" dt="2025-10-14T02:10:17.124" v="3401" actId="692"/>
          <ac:spMkLst>
            <pc:docMk/>
            <pc:sldMk cId="2096475670" sldId="475"/>
            <ac:spMk id="6" creationId="{1ECB0A3B-CBBF-0BDF-8A45-D43A1D6503A8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19" creationId="{6BBD9EAC-A3F6-FD24-BCF7-3C26D5E62CF9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0" creationId="{274D6A5B-0D3A-A9A7-6BED-1A12A2CF637D}"/>
          </ac:spMkLst>
        </pc:spChg>
        <pc:spChg chg="add mod">
          <ac:chgData name="Shachar Lovett" userId="0c6d1e87c56e93c6" providerId="LiveId" clId="{41064877-C806-4AB4-9CDD-1F501398BFFD}" dt="2025-10-14T02:08:35.996" v="3369" actId="1076"/>
          <ac:spMkLst>
            <pc:docMk/>
            <pc:sldMk cId="2096475670" sldId="475"/>
            <ac:spMk id="21" creationId="{6E696E18-E087-BB27-AB99-835255EACA24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2" creationId="{F5670762-BC31-0533-5DDD-9994C4459257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3" creationId="{28DCF047-693E-66EE-36F8-71E97F9412AB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4" creationId="{C3CF3D5C-3AD7-46FA-A117-B4D0C0F2A308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5" creationId="{F34B6B48-D520-FCFD-7769-5160729126A5}"/>
          </ac:spMkLst>
        </pc:spChg>
        <pc:spChg chg="add mod">
          <ac:chgData name="Shachar Lovett" userId="0c6d1e87c56e93c6" providerId="LiveId" clId="{41064877-C806-4AB4-9CDD-1F501398BFFD}" dt="2025-10-14T02:09:56.910" v="3400" actId="164"/>
          <ac:spMkLst>
            <pc:docMk/>
            <pc:sldMk cId="2096475670" sldId="475"/>
            <ac:spMk id="26" creationId="{09923C5C-61F6-5283-1157-7893CBFAFB22}"/>
          </ac:spMkLst>
        </pc:spChg>
        <pc:grpChg chg="mod">
          <ac:chgData name="Shachar Lovett" userId="0c6d1e87c56e93c6" providerId="LiveId" clId="{41064877-C806-4AB4-9CDD-1F501398BFFD}" dt="2025-10-14T02:10:44.781" v="3421" actId="1076"/>
          <ac:grpSpMkLst>
            <pc:docMk/>
            <pc:sldMk cId="2096475670" sldId="475"/>
            <ac:grpSpMk id="27" creationId="{F98C0BAB-7D46-CFE4-F4AD-E66E0E7ACCC5}"/>
          </ac:grpSpMkLst>
        </pc:grpChg>
        <pc:cxnChg chg="add">
          <ac:chgData name="Shachar Lovett" userId="0c6d1e87c56e93c6" providerId="LiveId" clId="{41064877-C806-4AB4-9CDD-1F501398BFFD}" dt="2025-10-14T02:06:57.246" v="3345" actId="11529"/>
          <ac:cxnSpMkLst>
            <pc:docMk/>
            <pc:sldMk cId="2096475670" sldId="475"/>
            <ac:cxnSpMk id="8" creationId="{3FFC37B1-B451-E7D5-EB13-8EB611E141D1}"/>
          </ac:cxnSpMkLst>
        </pc:cxnChg>
        <pc:cxnChg chg="add mod">
          <ac:chgData name="Shachar Lovett" userId="0c6d1e87c56e93c6" providerId="LiveId" clId="{41064877-C806-4AB4-9CDD-1F501398BFFD}" dt="2025-10-14T02:07:12.528" v="3350" actId="14100"/>
          <ac:cxnSpMkLst>
            <pc:docMk/>
            <pc:sldMk cId="2096475670" sldId="475"/>
            <ac:cxnSpMk id="9" creationId="{1F8E5417-8567-29B1-4F8A-C15E548FB14A}"/>
          </ac:cxnSpMkLst>
        </pc:cxnChg>
        <pc:cxnChg chg="add mod">
          <ac:chgData name="Shachar Lovett" userId="0c6d1e87c56e93c6" providerId="LiveId" clId="{41064877-C806-4AB4-9CDD-1F501398BFFD}" dt="2025-10-14T02:07:36.372" v="3357" actId="14100"/>
          <ac:cxnSpMkLst>
            <pc:docMk/>
            <pc:sldMk cId="2096475670" sldId="475"/>
            <ac:cxnSpMk id="13" creationId="{BD5388B6-7CE2-2B1B-3AF8-3C329CC52B9E}"/>
          </ac:cxnSpMkLst>
        </pc:cxnChg>
      </pc:sldChg>
      <pc:sldChg chg="addSp delSp modSp add del mod">
        <pc:chgData name="Shachar Lovett" userId="0c6d1e87c56e93c6" providerId="LiveId" clId="{41064877-C806-4AB4-9CDD-1F501398BFFD}" dt="2025-10-08T23:19:08.944" v="3147" actId="47"/>
        <pc:sldMkLst>
          <pc:docMk/>
          <pc:sldMk cId="2577141401" sldId="475"/>
        </pc:sldMkLst>
      </pc:sldChg>
      <pc:sldChg chg="addSp delSp modSp add del mod">
        <pc:chgData name="Shachar Lovett" userId="0c6d1e87c56e93c6" providerId="LiveId" clId="{41064877-C806-4AB4-9CDD-1F501398BFFD}" dt="2025-10-08T23:14:22.522" v="3101" actId="47"/>
        <pc:sldMkLst>
          <pc:docMk/>
          <pc:sldMk cId="2285058110" sldId="476"/>
        </pc:sldMkLst>
      </pc:sldChg>
      <pc:sldChg chg="add del">
        <pc:chgData name="Shachar Lovett" userId="0c6d1e87c56e93c6" providerId="LiveId" clId="{41064877-C806-4AB4-9CDD-1F501398BFFD}" dt="2025-10-08T23:08:42.021" v="3051" actId="47"/>
        <pc:sldMkLst>
          <pc:docMk/>
          <pc:sldMk cId="2877887599" sldId="477"/>
        </pc:sldMkLst>
      </pc:sldChg>
      <pc:sldChg chg="add del">
        <pc:chgData name="Shachar Lovett" userId="0c6d1e87c56e93c6" providerId="LiveId" clId="{41064877-C806-4AB4-9CDD-1F501398BFFD}" dt="2025-10-08T23:13:30.653" v="3094"/>
        <pc:sldMkLst>
          <pc:docMk/>
          <pc:sldMk cId="4178157636" sldId="477"/>
        </pc:sldMkLst>
      </pc:sldChg>
      <pc:sldChg chg="add del">
        <pc:chgData name="Shachar Lovett" userId="0c6d1e87c56e93c6" providerId="LiveId" clId="{41064877-C806-4AB4-9CDD-1F501398BFFD}" dt="2025-10-08T23:13:27.719" v="3093"/>
        <pc:sldMkLst>
          <pc:docMk/>
          <pc:sldMk cId="1263180712" sldId="478"/>
        </pc:sldMkLst>
      </pc:sldChg>
      <pc:sldChg chg="modSp">
        <pc:chgData name="Shachar Lovett" userId="0c6d1e87c56e93c6" providerId="LiveId" clId="{41064877-C806-4AB4-9CDD-1F501398BFFD}" dt="2025-10-15T23:22:13.287" v="3549" actId="207"/>
        <pc:sldMkLst>
          <pc:docMk/>
          <pc:sldMk cId="1074385825" sldId="479"/>
        </pc:sldMkLst>
        <pc:spChg chg="mod">
          <ac:chgData name="Shachar Lovett" userId="0c6d1e87c56e93c6" providerId="LiveId" clId="{41064877-C806-4AB4-9CDD-1F501398BFFD}" dt="2025-10-15T23:22:13.287" v="3549" actId="207"/>
          <ac:spMkLst>
            <pc:docMk/>
            <pc:sldMk cId="1074385825" sldId="479"/>
            <ac:spMk id="3" creationId="{41004A17-721B-B348-E312-0B17C44A90EB}"/>
          </ac:spMkLst>
        </pc:spChg>
      </pc:sldChg>
      <pc:sldChg chg="addSp delSp modSp new del mod chgLayout">
        <pc:chgData name="Shachar Lovett" userId="0c6d1e87c56e93c6" providerId="LiveId" clId="{41064877-C806-4AB4-9CDD-1F501398BFFD}" dt="2025-10-15T23:20:52.674" v="3535" actId="47"/>
        <pc:sldMkLst>
          <pc:docMk/>
          <pc:sldMk cId="2186365062" sldId="481"/>
        </pc:sldMkLst>
        <pc:spChg chg="mod ord">
          <ac:chgData name="Shachar Lovett" userId="0c6d1e87c56e93c6" providerId="LiveId" clId="{41064877-C806-4AB4-9CDD-1F501398BFFD}" dt="2025-10-15T23:20:43.398" v="3534" actId="700"/>
          <ac:spMkLst>
            <pc:docMk/>
            <pc:sldMk cId="2186365062" sldId="481"/>
            <ac:spMk id="2" creationId="{3866B987-3856-9D60-11F5-01AA9EBCD189}"/>
          </ac:spMkLst>
        </pc:spChg>
        <pc:spChg chg="del">
          <ac:chgData name="Shachar Lovett" userId="0c6d1e87c56e93c6" providerId="LiveId" clId="{41064877-C806-4AB4-9CDD-1F501398BFFD}" dt="2025-10-15T23:20:16.321" v="3508" actId="478"/>
          <ac:spMkLst>
            <pc:docMk/>
            <pc:sldMk cId="2186365062" sldId="481"/>
            <ac:spMk id="3" creationId="{717CC010-F6D7-CBAC-9CE6-6E279860D30F}"/>
          </ac:spMkLst>
        </pc:spChg>
        <pc:spChg chg="add del mod ord">
          <ac:chgData name="Shachar Lovett" userId="0c6d1e87c56e93c6" providerId="LiveId" clId="{41064877-C806-4AB4-9CDD-1F501398BFFD}" dt="2025-10-15T23:20:43.398" v="3534" actId="700"/>
          <ac:spMkLst>
            <pc:docMk/>
            <pc:sldMk cId="2186365062" sldId="481"/>
            <ac:spMk id="4" creationId="{91150A9D-78AD-F9E6-89B8-56D298535976}"/>
          </ac:spMkLst>
        </pc:spChg>
      </pc:sldChg>
    </pc:docChg>
  </pc:docChgLst>
  <pc:docChgLst>
    <pc:chgData name="Shachar Lovett" userId="0c6d1e87c56e93c6" providerId="LiveId" clId="{1794F636-2D58-464F-9835-2867E152FB5C}"/>
    <pc:docChg chg="modSld">
      <pc:chgData name="Shachar Lovett" userId="0c6d1e87c56e93c6" providerId="LiveId" clId="{1794F636-2D58-464F-9835-2867E152FB5C}" dt="2019-04-01T12:19:13.545" v="0"/>
      <pc:docMkLst>
        <pc:docMk/>
      </pc:docMkLst>
      <pc:sldChg chg="modSp">
        <pc:chgData name="Shachar Lovett" userId="0c6d1e87c56e93c6" providerId="LiveId" clId="{1794F636-2D58-464F-9835-2867E152FB5C}" dt="2019-04-01T12:19:13.545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8667E318-DFA7-4B11-AD2E-A4F8D5D9AA19}"/>
    <pc:docChg chg="modSld">
      <pc:chgData name="Shachar Lovett" userId="0c6d1e87c56e93c6" providerId="LiveId" clId="{8667E318-DFA7-4B11-AD2E-A4F8D5D9AA19}" dt="2019-09-06T15:16:22.411" v="0"/>
      <pc:docMkLst>
        <pc:docMk/>
      </pc:docMkLst>
      <pc:sldChg chg="modSp">
        <pc:chgData name="Shachar Lovett" userId="0c6d1e87c56e93c6" providerId="LiveId" clId="{8667E318-DFA7-4B11-AD2E-A4F8D5D9AA19}" dt="2019-09-06T15:16:22.41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D115BFFD-887E-493A-9C55-8316AABAD0E9}"/>
    <pc:docChg chg="undo custSel addSld delSld modSld">
      <pc:chgData name="Shachar Lovett" userId="0c6d1e87c56e93c6" providerId="LiveId" clId="{D115BFFD-887E-493A-9C55-8316AABAD0E9}" dt="2025-10-15T00:15:47.794" v="1342" actId="207"/>
      <pc:docMkLst>
        <pc:docMk/>
      </pc:docMkLst>
      <pc:sldChg chg="modSp mod">
        <pc:chgData name="Shachar Lovett" userId="0c6d1e87c56e93c6" providerId="LiveId" clId="{D115BFFD-887E-493A-9C55-8316AABAD0E9}" dt="2025-09-11T04:27:38.756" v="65" actId="27636"/>
        <pc:sldMkLst>
          <pc:docMk/>
          <pc:sldMk cId="1882651833" sldId="256"/>
        </pc:sldMkLst>
      </pc:sldChg>
      <pc:sldChg chg="del modAnim">
        <pc:chgData name="Shachar Lovett" userId="0c6d1e87c56e93c6" providerId="LiveId" clId="{D115BFFD-887E-493A-9C55-8316AABAD0E9}" dt="2025-10-15T00:07:51.555" v="1226" actId="47"/>
        <pc:sldMkLst>
          <pc:docMk/>
          <pc:sldMk cId="2023144184" sldId="451"/>
        </pc:sldMkLst>
      </pc:sldChg>
      <pc:sldChg chg="del">
        <pc:chgData name="Shachar Lovett" userId="0c6d1e87c56e93c6" providerId="LiveId" clId="{D115BFFD-887E-493A-9C55-8316AABAD0E9}" dt="2025-10-15T00:09:35.861" v="1230" actId="47"/>
        <pc:sldMkLst>
          <pc:docMk/>
          <pc:sldMk cId="3165674693" sldId="452"/>
        </pc:sldMkLst>
      </pc:sldChg>
      <pc:sldChg chg="modSp mod">
        <pc:chgData name="Shachar Lovett" userId="0c6d1e87c56e93c6" providerId="LiveId" clId="{D115BFFD-887E-493A-9C55-8316AABAD0E9}" dt="2025-10-15T00:14:21.354" v="1338" actId="20577"/>
        <pc:sldMkLst>
          <pc:docMk/>
          <pc:sldMk cId="3029582634" sldId="454"/>
        </pc:sldMkLst>
        <pc:spChg chg="mod">
          <ac:chgData name="Shachar Lovett" userId="0c6d1e87c56e93c6" providerId="LiveId" clId="{D115BFFD-887E-493A-9C55-8316AABAD0E9}" dt="2025-10-15T00:14:21.354" v="1338" actId="20577"/>
          <ac:spMkLst>
            <pc:docMk/>
            <pc:sldMk cId="3029582634" sldId="454"/>
            <ac:spMk id="3" creationId="{00000000-0000-0000-0000-000000000000}"/>
          </ac:spMkLst>
        </pc:spChg>
      </pc:sldChg>
      <pc:sldChg chg="modSp mod modAnim">
        <pc:chgData name="Shachar Lovett" userId="0c6d1e87c56e93c6" providerId="LiveId" clId="{D115BFFD-887E-493A-9C55-8316AABAD0E9}" dt="2025-10-14T23:53:05.394" v="139"/>
        <pc:sldMkLst>
          <pc:docMk/>
          <pc:sldMk cId="3312426003" sldId="463"/>
        </pc:sldMkLst>
        <pc:spChg chg="mod">
          <ac:chgData name="Shachar Lovett" userId="0c6d1e87c56e93c6" providerId="LiveId" clId="{D115BFFD-887E-493A-9C55-8316AABAD0E9}" dt="2025-10-14T23:51:04.684" v="136" actId="115"/>
          <ac:spMkLst>
            <pc:docMk/>
            <pc:sldMk cId="3312426003" sldId="463"/>
            <ac:spMk id="3" creationId="{BA8D3AC5-5A81-8E4F-BF65-D5D9D569ED1E}"/>
          </ac:spMkLst>
        </pc:spChg>
      </pc:sldChg>
      <pc:sldChg chg="addSp modSp new mod modAnim">
        <pc:chgData name="Shachar Lovett" userId="0c6d1e87c56e93c6" providerId="LiveId" clId="{D115BFFD-887E-493A-9C55-8316AABAD0E9}" dt="2025-10-15T00:15:28.605" v="1340" actId="207"/>
        <pc:sldMkLst>
          <pc:docMk/>
          <pc:sldMk cId="4113768041" sldId="476"/>
        </pc:sldMkLst>
        <pc:spChg chg="mod">
          <ac:chgData name="Shachar Lovett" userId="0c6d1e87c56e93c6" providerId="LiveId" clId="{D115BFFD-887E-493A-9C55-8316AABAD0E9}" dt="2025-10-14T23:54:33.753" v="158" actId="20577"/>
          <ac:spMkLst>
            <pc:docMk/>
            <pc:sldMk cId="4113768041" sldId="476"/>
            <ac:spMk id="2" creationId="{59D8979E-19DA-DDE3-9D41-C550544D9315}"/>
          </ac:spMkLst>
        </pc:spChg>
        <pc:spChg chg="mod">
          <ac:chgData name="Shachar Lovett" userId="0c6d1e87c56e93c6" providerId="LiveId" clId="{D115BFFD-887E-493A-9C55-8316AABAD0E9}" dt="2025-10-15T00:15:28.605" v="1340" actId="207"/>
          <ac:spMkLst>
            <pc:docMk/>
            <pc:sldMk cId="4113768041" sldId="476"/>
            <ac:spMk id="3" creationId="{1138E4DA-F294-22E3-F9AB-77A8FE37E3BE}"/>
          </ac:spMkLst>
        </pc:spChg>
        <pc:spChg chg="add mod">
          <ac:chgData name="Shachar Lovett" userId="0c6d1e87c56e93c6" providerId="LiveId" clId="{D115BFFD-887E-493A-9C55-8316AABAD0E9}" dt="2025-10-15T00:03:18.952" v="940" actId="164"/>
          <ac:spMkLst>
            <pc:docMk/>
            <pc:sldMk cId="4113768041" sldId="476"/>
            <ac:spMk id="4" creationId="{F30251AF-C4E3-F1BA-C1E4-57559A605E7D}"/>
          </ac:spMkLst>
        </pc:spChg>
        <pc:spChg chg="add mod">
          <ac:chgData name="Shachar Lovett" userId="0c6d1e87c56e93c6" providerId="LiveId" clId="{D115BFFD-887E-493A-9C55-8316AABAD0E9}" dt="2025-10-15T00:03:18.952" v="940" actId="164"/>
          <ac:spMkLst>
            <pc:docMk/>
            <pc:sldMk cId="4113768041" sldId="476"/>
            <ac:spMk id="5" creationId="{557E73DB-7653-7CB3-1782-1DBC4E1BD928}"/>
          </ac:spMkLst>
        </pc:spChg>
        <pc:grpChg chg="add mod">
          <ac:chgData name="Shachar Lovett" userId="0c6d1e87c56e93c6" providerId="LiveId" clId="{D115BFFD-887E-493A-9C55-8316AABAD0E9}" dt="2025-10-15T00:03:18.952" v="940" actId="164"/>
          <ac:grpSpMkLst>
            <pc:docMk/>
            <pc:sldMk cId="4113768041" sldId="476"/>
            <ac:grpSpMk id="6" creationId="{D3222EE0-85C7-1F4B-7F37-9E38705610F0}"/>
          </ac:grpSpMkLst>
        </pc:grpChg>
      </pc:sldChg>
      <pc:sldChg chg="modSp new mod modAnim">
        <pc:chgData name="Shachar Lovett" userId="0c6d1e87c56e93c6" providerId="LiveId" clId="{D115BFFD-887E-493A-9C55-8316AABAD0E9}" dt="2025-10-15T00:08:48.112" v="1228" actId="20577"/>
        <pc:sldMkLst>
          <pc:docMk/>
          <pc:sldMk cId="571697830" sldId="477"/>
        </pc:sldMkLst>
        <pc:spChg chg="mod">
          <ac:chgData name="Shachar Lovett" userId="0c6d1e87c56e93c6" providerId="LiveId" clId="{D115BFFD-887E-493A-9C55-8316AABAD0E9}" dt="2025-10-15T00:04:43.914" v="967" actId="20577"/>
          <ac:spMkLst>
            <pc:docMk/>
            <pc:sldMk cId="571697830" sldId="477"/>
            <ac:spMk id="2" creationId="{A6FB4C72-FDAC-6A7F-C25E-11DC6548654C}"/>
          </ac:spMkLst>
        </pc:spChg>
        <pc:spChg chg="mod">
          <ac:chgData name="Shachar Lovett" userId="0c6d1e87c56e93c6" providerId="LiveId" clId="{D115BFFD-887E-493A-9C55-8316AABAD0E9}" dt="2025-10-15T00:08:48.112" v="1228" actId="20577"/>
          <ac:spMkLst>
            <pc:docMk/>
            <pc:sldMk cId="571697830" sldId="477"/>
            <ac:spMk id="3" creationId="{FE93388B-7AAC-BEA5-2AFC-6D74C87BD2BA}"/>
          </ac:spMkLst>
        </pc:spChg>
      </pc:sldChg>
      <pc:sldChg chg="modSp add mod modAnim">
        <pc:chgData name="Shachar Lovett" userId="0c6d1e87c56e93c6" providerId="LiveId" clId="{D115BFFD-887E-493A-9C55-8316AABAD0E9}" dt="2025-10-15T00:15:47.794" v="1342" actId="207"/>
        <pc:sldMkLst>
          <pc:docMk/>
          <pc:sldMk cId="1024945052" sldId="478"/>
        </pc:sldMkLst>
        <pc:spChg chg="mod">
          <ac:chgData name="Shachar Lovett" userId="0c6d1e87c56e93c6" providerId="LiveId" clId="{D115BFFD-887E-493A-9C55-8316AABAD0E9}" dt="2025-10-15T00:15:47.794" v="1342" actId="207"/>
          <ac:spMkLst>
            <pc:docMk/>
            <pc:sldMk cId="1024945052" sldId="478"/>
            <ac:spMk id="3" creationId="{62C35800-4A10-685B-30C1-3629E5B9B362}"/>
          </ac:spMkLst>
        </pc:spChg>
      </pc:sldChg>
      <pc:sldChg chg="modSp new mod modAnim">
        <pc:chgData name="Shachar Lovett" userId="0c6d1e87c56e93c6" providerId="LiveId" clId="{D115BFFD-887E-493A-9C55-8316AABAD0E9}" dt="2025-10-15T00:08:58.366" v="1229"/>
        <pc:sldMkLst>
          <pc:docMk/>
          <pc:sldMk cId="1074385825" sldId="479"/>
        </pc:sldMkLst>
        <pc:spChg chg="mod">
          <ac:chgData name="Shachar Lovett" userId="0c6d1e87c56e93c6" providerId="LiveId" clId="{D115BFFD-887E-493A-9C55-8316AABAD0E9}" dt="2025-10-15T00:05:55.803" v="1058" actId="20577"/>
          <ac:spMkLst>
            <pc:docMk/>
            <pc:sldMk cId="1074385825" sldId="479"/>
            <ac:spMk id="2" creationId="{4E63E889-9AD1-0CB2-4A09-E1FB9CEB9296}"/>
          </ac:spMkLst>
        </pc:spChg>
        <pc:spChg chg="mod">
          <ac:chgData name="Shachar Lovett" userId="0c6d1e87c56e93c6" providerId="LiveId" clId="{D115BFFD-887E-493A-9C55-8316AABAD0E9}" dt="2025-10-15T00:07:48.497" v="1225" actId="27636"/>
          <ac:spMkLst>
            <pc:docMk/>
            <pc:sldMk cId="1074385825" sldId="479"/>
            <ac:spMk id="3" creationId="{41004A17-721B-B348-E312-0B17C44A90EB}"/>
          </ac:spMkLst>
        </pc:spChg>
      </pc:sldChg>
      <pc:sldChg chg="modSp add mod modAnim">
        <pc:chgData name="Shachar Lovett" userId="0c6d1e87c56e93c6" providerId="LiveId" clId="{D115BFFD-887E-493A-9C55-8316AABAD0E9}" dt="2025-10-15T00:13:50.750" v="1334"/>
        <pc:sldMkLst>
          <pc:docMk/>
          <pc:sldMk cId="2170197512" sldId="480"/>
        </pc:sldMkLst>
        <pc:spChg chg="mod">
          <ac:chgData name="Shachar Lovett" userId="0c6d1e87c56e93c6" providerId="LiveId" clId="{D115BFFD-887E-493A-9C55-8316AABAD0E9}" dt="2025-10-15T00:13:42.073" v="1333" actId="207"/>
          <ac:spMkLst>
            <pc:docMk/>
            <pc:sldMk cId="2170197512" sldId="480"/>
            <ac:spMk id="3" creationId="{9170A5AA-CBC9-E35F-49A6-633B41C2FC1B}"/>
          </ac:spMkLst>
        </pc:spChg>
      </pc:sldChg>
    </pc:docChg>
  </pc:docChgLst>
  <pc:docChgLst>
    <pc:chgData name="Shachar Lovett" userId="0c6d1e87c56e93c6" providerId="LiveId" clId="{8BB24384-3E6E-444E-881A-3D2775CD5502}"/>
    <pc:docChg chg="modSld">
      <pc:chgData name="Shachar Lovett" userId="0c6d1e87c56e93c6" providerId="LiveId" clId="{8BB24384-3E6E-444E-881A-3D2775CD5502}" dt="2025-03-06T01:22:19.195" v="0"/>
      <pc:docMkLst>
        <pc:docMk/>
      </pc:docMkLst>
      <pc:sldChg chg="modSp mod">
        <pc:chgData name="Shachar Lovett" userId="0c6d1e87c56e93c6" providerId="LiveId" clId="{8BB24384-3E6E-444E-881A-3D2775CD5502}" dt="2025-03-06T01:22:19.195" v="0"/>
        <pc:sldMkLst>
          <pc:docMk/>
          <pc:sldMk cId="1882651833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01AA92-412A-7746-8913-B63F16408F9A}" type="doc">
      <dgm:prSet loTypeId="urn:microsoft.com/office/officeart/2005/8/layout/process1" loCatId="" qsTypeId="urn:microsoft.com/office/officeart/2005/8/quickstyle/simple4" qsCatId="simple" csTypeId="urn:microsoft.com/office/officeart/2005/8/colors/accent1_2" csCatId="accent1" phldr="1"/>
      <dgm:spPr/>
    </dgm:pt>
    <dgm:pt modelId="{05E0829C-C364-6E4F-AC2A-84BB9513D78F}">
      <dgm:prSet phldrT="[Text]"/>
      <dgm:spPr/>
      <dgm:t>
        <a:bodyPr/>
        <a:lstStyle/>
        <a:p>
          <a:r>
            <a:rPr lang="en-US"/>
            <a:t>DFA</a:t>
          </a:r>
        </a:p>
      </dgm:t>
    </dgm:pt>
    <dgm:pt modelId="{07179D53-ABE9-EE40-AAA9-D409F64FBF73}" type="parTrans" cxnId="{3FA6996C-0396-E042-A955-2CBE72889AA5}">
      <dgm:prSet/>
      <dgm:spPr/>
      <dgm:t>
        <a:bodyPr/>
        <a:lstStyle/>
        <a:p>
          <a:endParaRPr lang="en-US"/>
        </a:p>
      </dgm:t>
    </dgm:pt>
    <dgm:pt modelId="{848773FB-D543-D243-BFC7-E21F9D0BFC64}" type="sibTrans" cxnId="{3FA6996C-0396-E042-A955-2CBE72889AA5}">
      <dgm:prSet/>
      <dgm:spPr/>
      <dgm:t>
        <a:bodyPr/>
        <a:lstStyle/>
        <a:p>
          <a:endParaRPr lang="en-US"/>
        </a:p>
      </dgm:t>
    </dgm:pt>
    <dgm:pt modelId="{BD934CA9-3FFC-0C47-9793-6FB6320095F2}">
      <dgm:prSet phldrT="[Text]"/>
      <dgm:spPr/>
      <dgm:t>
        <a:bodyPr/>
        <a:lstStyle/>
        <a:p>
          <a:r>
            <a:rPr lang="en-US"/>
            <a:t>GNFA: start state </a:t>
          </a:r>
          <a:r>
            <a:rPr lang="en-US">
              <a:sym typeface="Wingdings"/>
            </a:rPr>
            <a:t>all, single accept, one arrow from all to all</a:t>
          </a:r>
          <a:endParaRPr lang="en-US"/>
        </a:p>
      </dgm:t>
    </dgm:pt>
    <dgm:pt modelId="{63F79C98-0E0C-3945-82C9-0B76AF71C6C0}" type="parTrans" cxnId="{A0A2F5E1-91D8-2746-A9AB-FE3433106078}">
      <dgm:prSet/>
      <dgm:spPr/>
      <dgm:t>
        <a:bodyPr/>
        <a:lstStyle/>
        <a:p>
          <a:endParaRPr lang="en-US"/>
        </a:p>
      </dgm:t>
    </dgm:pt>
    <dgm:pt modelId="{426142B3-1CC4-6745-807B-089FE0CDA779}" type="sibTrans" cxnId="{A0A2F5E1-91D8-2746-A9AB-FE3433106078}">
      <dgm:prSet/>
      <dgm:spPr/>
      <dgm:t>
        <a:bodyPr/>
        <a:lstStyle/>
        <a:p>
          <a:endParaRPr lang="en-US"/>
        </a:p>
      </dgm:t>
    </dgm:pt>
    <dgm:pt modelId="{BC582EA7-F75E-5743-A653-F5F7D0419656}">
      <dgm:prSet phldrT="[Text]"/>
      <dgm:spPr/>
      <dgm:t>
        <a:bodyPr/>
        <a:lstStyle/>
        <a:p>
          <a:r>
            <a:rPr lang="en-US"/>
            <a:t>GNFA with fewer states</a:t>
          </a:r>
        </a:p>
      </dgm:t>
    </dgm:pt>
    <dgm:pt modelId="{F2DCE6CF-41A0-2A4A-8647-54E6483F070E}" type="parTrans" cxnId="{5D575283-8840-B640-A507-0BB8CB65515F}">
      <dgm:prSet/>
      <dgm:spPr/>
      <dgm:t>
        <a:bodyPr/>
        <a:lstStyle/>
        <a:p>
          <a:endParaRPr lang="en-US"/>
        </a:p>
      </dgm:t>
    </dgm:pt>
    <dgm:pt modelId="{52448CB3-B64C-1946-B56F-42B945F93C2A}" type="sibTrans" cxnId="{5D575283-8840-B640-A507-0BB8CB65515F}">
      <dgm:prSet/>
      <dgm:spPr/>
      <dgm:t>
        <a:bodyPr/>
        <a:lstStyle/>
        <a:p>
          <a:endParaRPr lang="en-US"/>
        </a:p>
      </dgm:t>
    </dgm:pt>
    <dgm:pt modelId="{2F5C2A34-57DA-CE4C-AA4B-CF43013A9947}">
      <dgm:prSet/>
      <dgm:spPr/>
      <dgm:t>
        <a:bodyPr/>
        <a:lstStyle/>
        <a:p>
          <a:r>
            <a:rPr lang="en-US"/>
            <a:t>2 state GNFA</a:t>
          </a:r>
        </a:p>
      </dgm:t>
    </dgm:pt>
    <dgm:pt modelId="{9AEFA77C-2953-BB44-8B9F-5A2DAB5334D0}" type="parTrans" cxnId="{CA1B7BE6-5805-4A49-A6BC-3A503CA15509}">
      <dgm:prSet/>
      <dgm:spPr/>
      <dgm:t>
        <a:bodyPr/>
        <a:lstStyle/>
        <a:p>
          <a:endParaRPr lang="en-US"/>
        </a:p>
      </dgm:t>
    </dgm:pt>
    <dgm:pt modelId="{5ED7F1C2-C7E7-A742-8446-9C84E5647F82}" type="sibTrans" cxnId="{CA1B7BE6-5805-4A49-A6BC-3A503CA15509}">
      <dgm:prSet/>
      <dgm:spPr/>
      <dgm:t>
        <a:bodyPr/>
        <a:lstStyle/>
        <a:p>
          <a:endParaRPr lang="en-US"/>
        </a:p>
      </dgm:t>
    </dgm:pt>
    <dgm:pt modelId="{466E9D9F-E132-5E42-859E-4567C4FFC680}">
      <dgm:prSet/>
      <dgm:spPr/>
      <dgm:t>
        <a:bodyPr/>
        <a:lstStyle/>
        <a:p>
          <a:r>
            <a:rPr lang="en-US"/>
            <a:t>Regular expression</a:t>
          </a:r>
        </a:p>
      </dgm:t>
    </dgm:pt>
    <dgm:pt modelId="{9AD9E64F-6ECA-FE46-9C2F-6E692549F587}" type="parTrans" cxnId="{7C51763E-7ECA-E342-8E38-5C147B9AB383}">
      <dgm:prSet/>
      <dgm:spPr/>
      <dgm:t>
        <a:bodyPr/>
        <a:lstStyle/>
        <a:p>
          <a:endParaRPr lang="en-US"/>
        </a:p>
      </dgm:t>
    </dgm:pt>
    <dgm:pt modelId="{ED1AF489-29F4-684D-97C5-49B5C9B98629}" type="sibTrans" cxnId="{7C51763E-7ECA-E342-8E38-5C147B9AB383}">
      <dgm:prSet/>
      <dgm:spPr/>
      <dgm:t>
        <a:bodyPr/>
        <a:lstStyle/>
        <a:p>
          <a:endParaRPr lang="en-US"/>
        </a:p>
      </dgm:t>
    </dgm:pt>
    <dgm:pt modelId="{3D4CBF2A-BB10-3B4A-96EF-DAF1CD77C66B}" type="pres">
      <dgm:prSet presAssocID="{1901AA92-412A-7746-8913-B63F16408F9A}" presName="Name0" presStyleCnt="0">
        <dgm:presLayoutVars>
          <dgm:dir/>
          <dgm:resizeHandles val="exact"/>
        </dgm:presLayoutVars>
      </dgm:prSet>
      <dgm:spPr/>
    </dgm:pt>
    <dgm:pt modelId="{8AA6173F-277B-BC47-8308-BC17FB1FE33B}" type="pres">
      <dgm:prSet presAssocID="{05E0829C-C364-6E4F-AC2A-84BB9513D78F}" presName="node" presStyleLbl="node1" presStyleIdx="0" presStyleCnt="5">
        <dgm:presLayoutVars>
          <dgm:bulletEnabled val="1"/>
        </dgm:presLayoutVars>
      </dgm:prSet>
      <dgm:spPr/>
    </dgm:pt>
    <dgm:pt modelId="{17E9D013-FC61-5145-A77B-1C229870F03F}" type="pres">
      <dgm:prSet presAssocID="{848773FB-D543-D243-BFC7-E21F9D0BFC64}" presName="sibTrans" presStyleLbl="sibTrans2D1" presStyleIdx="0" presStyleCnt="4"/>
      <dgm:spPr/>
    </dgm:pt>
    <dgm:pt modelId="{950DCEE0-327A-094F-9B63-AD5B52D64ECD}" type="pres">
      <dgm:prSet presAssocID="{848773FB-D543-D243-BFC7-E21F9D0BFC64}" presName="connectorText" presStyleLbl="sibTrans2D1" presStyleIdx="0" presStyleCnt="4"/>
      <dgm:spPr/>
    </dgm:pt>
    <dgm:pt modelId="{89B24ACB-86AE-BD47-8EF0-849EB84FEADE}" type="pres">
      <dgm:prSet presAssocID="{BD934CA9-3FFC-0C47-9793-6FB6320095F2}" presName="node" presStyleLbl="node1" presStyleIdx="1" presStyleCnt="5">
        <dgm:presLayoutVars>
          <dgm:bulletEnabled val="1"/>
        </dgm:presLayoutVars>
      </dgm:prSet>
      <dgm:spPr/>
    </dgm:pt>
    <dgm:pt modelId="{5F2C7D97-81A4-7B49-A726-DA2089725809}" type="pres">
      <dgm:prSet presAssocID="{426142B3-1CC4-6745-807B-089FE0CDA779}" presName="sibTrans" presStyleLbl="sibTrans2D1" presStyleIdx="1" presStyleCnt="4"/>
      <dgm:spPr/>
    </dgm:pt>
    <dgm:pt modelId="{A34F64E6-1BDE-5D4B-9E79-1A7CC5AA301F}" type="pres">
      <dgm:prSet presAssocID="{426142B3-1CC4-6745-807B-089FE0CDA779}" presName="connectorText" presStyleLbl="sibTrans2D1" presStyleIdx="1" presStyleCnt="4"/>
      <dgm:spPr/>
    </dgm:pt>
    <dgm:pt modelId="{DF4064DD-0DA2-E84B-BF92-070E19923C1D}" type="pres">
      <dgm:prSet presAssocID="{BC582EA7-F75E-5743-A653-F5F7D0419656}" presName="node" presStyleLbl="node1" presStyleIdx="2" presStyleCnt="5">
        <dgm:presLayoutVars>
          <dgm:bulletEnabled val="1"/>
        </dgm:presLayoutVars>
      </dgm:prSet>
      <dgm:spPr/>
    </dgm:pt>
    <dgm:pt modelId="{025FEA9D-F38D-2447-A35F-DD12BE558F73}" type="pres">
      <dgm:prSet presAssocID="{52448CB3-B64C-1946-B56F-42B945F93C2A}" presName="sibTrans" presStyleLbl="sibTrans2D1" presStyleIdx="2" presStyleCnt="4"/>
      <dgm:spPr/>
    </dgm:pt>
    <dgm:pt modelId="{421D0C31-0101-9645-9DA2-114BCF392C02}" type="pres">
      <dgm:prSet presAssocID="{52448CB3-B64C-1946-B56F-42B945F93C2A}" presName="connectorText" presStyleLbl="sibTrans2D1" presStyleIdx="2" presStyleCnt="4"/>
      <dgm:spPr/>
    </dgm:pt>
    <dgm:pt modelId="{2149EB4A-6943-5B42-990C-7D11E69D715C}" type="pres">
      <dgm:prSet presAssocID="{2F5C2A34-57DA-CE4C-AA4B-CF43013A9947}" presName="node" presStyleLbl="node1" presStyleIdx="3" presStyleCnt="5">
        <dgm:presLayoutVars>
          <dgm:bulletEnabled val="1"/>
        </dgm:presLayoutVars>
      </dgm:prSet>
      <dgm:spPr/>
    </dgm:pt>
    <dgm:pt modelId="{A7B80A7E-2E87-C548-8F2D-25C8B246169F}" type="pres">
      <dgm:prSet presAssocID="{5ED7F1C2-C7E7-A742-8446-9C84E5647F82}" presName="sibTrans" presStyleLbl="sibTrans2D1" presStyleIdx="3" presStyleCnt="4"/>
      <dgm:spPr/>
    </dgm:pt>
    <dgm:pt modelId="{3D7CF918-70AA-ED47-BB7F-760F4AAE6840}" type="pres">
      <dgm:prSet presAssocID="{5ED7F1C2-C7E7-A742-8446-9C84E5647F82}" presName="connectorText" presStyleLbl="sibTrans2D1" presStyleIdx="3" presStyleCnt="4"/>
      <dgm:spPr/>
    </dgm:pt>
    <dgm:pt modelId="{791D3CEE-D7D5-3848-B308-80D843BDADEE}" type="pres">
      <dgm:prSet presAssocID="{466E9D9F-E132-5E42-859E-4567C4FFC680}" presName="node" presStyleLbl="node1" presStyleIdx="4" presStyleCnt="5">
        <dgm:presLayoutVars>
          <dgm:bulletEnabled val="1"/>
        </dgm:presLayoutVars>
      </dgm:prSet>
      <dgm:spPr/>
    </dgm:pt>
  </dgm:ptLst>
  <dgm:cxnLst>
    <dgm:cxn modelId="{7DCEE603-C50D-7E46-8320-5BFFCA1A6A30}" type="presOf" srcId="{05E0829C-C364-6E4F-AC2A-84BB9513D78F}" destId="{8AA6173F-277B-BC47-8308-BC17FB1FE33B}" srcOrd="0" destOrd="0" presId="urn:microsoft.com/office/officeart/2005/8/layout/process1"/>
    <dgm:cxn modelId="{2D98A705-A174-CB4F-BA31-10CCB49402E4}" type="presOf" srcId="{52448CB3-B64C-1946-B56F-42B945F93C2A}" destId="{025FEA9D-F38D-2447-A35F-DD12BE558F73}" srcOrd="0" destOrd="0" presId="urn:microsoft.com/office/officeart/2005/8/layout/process1"/>
    <dgm:cxn modelId="{9978F01B-CF4B-1D46-924E-752B48E46438}" type="presOf" srcId="{426142B3-1CC4-6745-807B-089FE0CDA779}" destId="{5F2C7D97-81A4-7B49-A726-DA2089725809}" srcOrd="0" destOrd="0" presId="urn:microsoft.com/office/officeart/2005/8/layout/process1"/>
    <dgm:cxn modelId="{F0A3D62F-E8E3-E640-A24F-002675238809}" type="presOf" srcId="{52448CB3-B64C-1946-B56F-42B945F93C2A}" destId="{421D0C31-0101-9645-9DA2-114BCF392C02}" srcOrd="1" destOrd="0" presId="urn:microsoft.com/office/officeart/2005/8/layout/process1"/>
    <dgm:cxn modelId="{7C51763E-7ECA-E342-8E38-5C147B9AB383}" srcId="{1901AA92-412A-7746-8913-B63F16408F9A}" destId="{466E9D9F-E132-5E42-859E-4567C4FFC680}" srcOrd="4" destOrd="0" parTransId="{9AD9E64F-6ECA-FE46-9C2F-6E692549F587}" sibTransId="{ED1AF489-29F4-684D-97C5-49B5C9B98629}"/>
    <dgm:cxn modelId="{2F130641-CAB3-B445-A8B6-EFFB22790ECF}" type="presOf" srcId="{5ED7F1C2-C7E7-A742-8446-9C84E5647F82}" destId="{A7B80A7E-2E87-C548-8F2D-25C8B246169F}" srcOrd="0" destOrd="0" presId="urn:microsoft.com/office/officeart/2005/8/layout/process1"/>
    <dgm:cxn modelId="{3FA6996C-0396-E042-A955-2CBE72889AA5}" srcId="{1901AA92-412A-7746-8913-B63F16408F9A}" destId="{05E0829C-C364-6E4F-AC2A-84BB9513D78F}" srcOrd="0" destOrd="0" parTransId="{07179D53-ABE9-EE40-AAA9-D409F64FBF73}" sibTransId="{848773FB-D543-D243-BFC7-E21F9D0BFC64}"/>
    <dgm:cxn modelId="{B8626E4E-56DB-6841-BD4A-8A87596D0D83}" type="presOf" srcId="{848773FB-D543-D243-BFC7-E21F9D0BFC64}" destId="{17E9D013-FC61-5145-A77B-1C229870F03F}" srcOrd="0" destOrd="0" presId="urn:microsoft.com/office/officeart/2005/8/layout/process1"/>
    <dgm:cxn modelId="{3A51F750-146B-164F-91AF-265F609EDC47}" type="presOf" srcId="{BD934CA9-3FFC-0C47-9793-6FB6320095F2}" destId="{89B24ACB-86AE-BD47-8EF0-849EB84FEADE}" srcOrd="0" destOrd="0" presId="urn:microsoft.com/office/officeart/2005/8/layout/process1"/>
    <dgm:cxn modelId="{6D407B73-A881-3147-A89E-0618ABBE6F68}" type="presOf" srcId="{5ED7F1C2-C7E7-A742-8446-9C84E5647F82}" destId="{3D7CF918-70AA-ED47-BB7F-760F4AAE6840}" srcOrd="1" destOrd="0" presId="urn:microsoft.com/office/officeart/2005/8/layout/process1"/>
    <dgm:cxn modelId="{71C29455-7857-3B43-9449-5B759925649D}" type="presOf" srcId="{BC582EA7-F75E-5743-A653-F5F7D0419656}" destId="{DF4064DD-0DA2-E84B-BF92-070E19923C1D}" srcOrd="0" destOrd="0" presId="urn:microsoft.com/office/officeart/2005/8/layout/process1"/>
    <dgm:cxn modelId="{5D575283-8840-B640-A507-0BB8CB65515F}" srcId="{1901AA92-412A-7746-8913-B63F16408F9A}" destId="{BC582EA7-F75E-5743-A653-F5F7D0419656}" srcOrd="2" destOrd="0" parTransId="{F2DCE6CF-41A0-2A4A-8647-54E6483F070E}" sibTransId="{52448CB3-B64C-1946-B56F-42B945F93C2A}"/>
    <dgm:cxn modelId="{1B11A291-BF86-8044-964D-0D1D6CE9DDE3}" type="presOf" srcId="{426142B3-1CC4-6745-807B-089FE0CDA779}" destId="{A34F64E6-1BDE-5D4B-9E79-1A7CC5AA301F}" srcOrd="1" destOrd="0" presId="urn:microsoft.com/office/officeart/2005/8/layout/process1"/>
    <dgm:cxn modelId="{0DD6C2A2-4131-0441-ACE8-E0F11AC1948D}" type="presOf" srcId="{848773FB-D543-D243-BFC7-E21F9D0BFC64}" destId="{950DCEE0-327A-094F-9B63-AD5B52D64ECD}" srcOrd="1" destOrd="0" presId="urn:microsoft.com/office/officeart/2005/8/layout/process1"/>
    <dgm:cxn modelId="{385E4EC7-75E6-7B45-A928-E0B8DB08D46D}" type="presOf" srcId="{1901AA92-412A-7746-8913-B63F16408F9A}" destId="{3D4CBF2A-BB10-3B4A-96EF-DAF1CD77C66B}" srcOrd="0" destOrd="0" presId="urn:microsoft.com/office/officeart/2005/8/layout/process1"/>
    <dgm:cxn modelId="{A0A2F5E1-91D8-2746-A9AB-FE3433106078}" srcId="{1901AA92-412A-7746-8913-B63F16408F9A}" destId="{BD934CA9-3FFC-0C47-9793-6FB6320095F2}" srcOrd="1" destOrd="0" parTransId="{63F79C98-0E0C-3945-82C9-0B76AF71C6C0}" sibTransId="{426142B3-1CC4-6745-807B-089FE0CDA779}"/>
    <dgm:cxn modelId="{CA1B7BE6-5805-4A49-A6BC-3A503CA15509}" srcId="{1901AA92-412A-7746-8913-B63F16408F9A}" destId="{2F5C2A34-57DA-CE4C-AA4B-CF43013A9947}" srcOrd="3" destOrd="0" parTransId="{9AEFA77C-2953-BB44-8B9F-5A2DAB5334D0}" sibTransId="{5ED7F1C2-C7E7-A742-8446-9C84E5647F82}"/>
    <dgm:cxn modelId="{AFBD8AEE-B01A-0149-8C6A-F6C8C7EF91DE}" type="presOf" srcId="{466E9D9F-E132-5E42-859E-4567C4FFC680}" destId="{791D3CEE-D7D5-3848-B308-80D843BDADEE}" srcOrd="0" destOrd="0" presId="urn:microsoft.com/office/officeart/2005/8/layout/process1"/>
    <dgm:cxn modelId="{763817F9-21E5-FF49-BADE-4007F1891CCE}" type="presOf" srcId="{2F5C2A34-57DA-CE4C-AA4B-CF43013A9947}" destId="{2149EB4A-6943-5B42-990C-7D11E69D715C}" srcOrd="0" destOrd="0" presId="urn:microsoft.com/office/officeart/2005/8/layout/process1"/>
    <dgm:cxn modelId="{BD4297BC-3482-B54B-B284-33807E9A0EC4}" type="presParOf" srcId="{3D4CBF2A-BB10-3B4A-96EF-DAF1CD77C66B}" destId="{8AA6173F-277B-BC47-8308-BC17FB1FE33B}" srcOrd="0" destOrd="0" presId="urn:microsoft.com/office/officeart/2005/8/layout/process1"/>
    <dgm:cxn modelId="{93647557-3815-1F42-AF38-5D8EC67156FB}" type="presParOf" srcId="{3D4CBF2A-BB10-3B4A-96EF-DAF1CD77C66B}" destId="{17E9D013-FC61-5145-A77B-1C229870F03F}" srcOrd="1" destOrd="0" presId="urn:microsoft.com/office/officeart/2005/8/layout/process1"/>
    <dgm:cxn modelId="{48AC65D3-7D09-864E-B9A5-4F8B5C72EB41}" type="presParOf" srcId="{17E9D013-FC61-5145-A77B-1C229870F03F}" destId="{950DCEE0-327A-094F-9B63-AD5B52D64ECD}" srcOrd="0" destOrd="0" presId="urn:microsoft.com/office/officeart/2005/8/layout/process1"/>
    <dgm:cxn modelId="{03C8B8C4-C9B4-424B-842C-788AD2DADB83}" type="presParOf" srcId="{3D4CBF2A-BB10-3B4A-96EF-DAF1CD77C66B}" destId="{89B24ACB-86AE-BD47-8EF0-849EB84FEADE}" srcOrd="2" destOrd="0" presId="urn:microsoft.com/office/officeart/2005/8/layout/process1"/>
    <dgm:cxn modelId="{101E784C-28F3-524E-BEFA-090A5979B527}" type="presParOf" srcId="{3D4CBF2A-BB10-3B4A-96EF-DAF1CD77C66B}" destId="{5F2C7D97-81A4-7B49-A726-DA2089725809}" srcOrd="3" destOrd="0" presId="urn:microsoft.com/office/officeart/2005/8/layout/process1"/>
    <dgm:cxn modelId="{899B9ABA-4677-D149-ABBE-42736689092A}" type="presParOf" srcId="{5F2C7D97-81A4-7B49-A726-DA2089725809}" destId="{A34F64E6-1BDE-5D4B-9E79-1A7CC5AA301F}" srcOrd="0" destOrd="0" presId="urn:microsoft.com/office/officeart/2005/8/layout/process1"/>
    <dgm:cxn modelId="{4966AA79-79AD-444D-AFF1-0A5B5A9885D4}" type="presParOf" srcId="{3D4CBF2A-BB10-3B4A-96EF-DAF1CD77C66B}" destId="{DF4064DD-0DA2-E84B-BF92-070E19923C1D}" srcOrd="4" destOrd="0" presId="urn:microsoft.com/office/officeart/2005/8/layout/process1"/>
    <dgm:cxn modelId="{16B240A9-4A6F-E143-8E2A-76A77F7BF893}" type="presParOf" srcId="{3D4CBF2A-BB10-3B4A-96EF-DAF1CD77C66B}" destId="{025FEA9D-F38D-2447-A35F-DD12BE558F73}" srcOrd="5" destOrd="0" presId="urn:microsoft.com/office/officeart/2005/8/layout/process1"/>
    <dgm:cxn modelId="{848F39C9-350B-044C-926E-C1351F652A8F}" type="presParOf" srcId="{025FEA9D-F38D-2447-A35F-DD12BE558F73}" destId="{421D0C31-0101-9645-9DA2-114BCF392C02}" srcOrd="0" destOrd="0" presId="urn:microsoft.com/office/officeart/2005/8/layout/process1"/>
    <dgm:cxn modelId="{043DA692-8486-C24E-B08D-9AA6BB717D50}" type="presParOf" srcId="{3D4CBF2A-BB10-3B4A-96EF-DAF1CD77C66B}" destId="{2149EB4A-6943-5B42-990C-7D11E69D715C}" srcOrd="6" destOrd="0" presId="urn:microsoft.com/office/officeart/2005/8/layout/process1"/>
    <dgm:cxn modelId="{95613F00-1300-EA43-943A-FCB46C4C644C}" type="presParOf" srcId="{3D4CBF2A-BB10-3B4A-96EF-DAF1CD77C66B}" destId="{A7B80A7E-2E87-C548-8F2D-25C8B246169F}" srcOrd="7" destOrd="0" presId="urn:microsoft.com/office/officeart/2005/8/layout/process1"/>
    <dgm:cxn modelId="{5661F967-25AD-8C43-8690-364085424959}" type="presParOf" srcId="{A7B80A7E-2E87-C548-8F2D-25C8B246169F}" destId="{3D7CF918-70AA-ED47-BB7F-760F4AAE6840}" srcOrd="0" destOrd="0" presId="urn:microsoft.com/office/officeart/2005/8/layout/process1"/>
    <dgm:cxn modelId="{BA75D836-5C8D-BC45-9B8F-FB0FB4F20123}" type="presParOf" srcId="{3D4CBF2A-BB10-3B4A-96EF-DAF1CD77C66B}" destId="{791D3CEE-D7D5-3848-B308-80D843BDADE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6173F-277B-BC47-8308-BC17FB1FE33B}">
      <dsp:nvSpPr>
        <dsp:cNvPr id="0" name=""/>
        <dsp:cNvSpPr/>
      </dsp:nvSpPr>
      <dsp:spPr>
        <a:xfrm>
          <a:off x="3864" y="1335592"/>
          <a:ext cx="1198120" cy="1392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DFA</a:t>
          </a:r>
        </a:p>
      </dsp:txBody>
      <dsp:txXfrm>
        <a:off x="38956" y="1370684"/>
        <a:ext cx="1127936" cy="1322631"/>
      </dsp:txXfrm>
    </dsp:sp>
    <dsp:sp modelId="{17E9D013-FC61-5145-A77B-1C229870F03F}">
      <dsp:nvSpPr>
        <dsp:cNvPr id="0" name=""/>
        <dsp:cNvSpPr/>
      </dsp:nvSpPr>
      <dsp:spPr>
        <a:xfrm>
          <a:off x="1321797" y="1883433"/>
          <a:ext cx="254001" cy="297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21797" y="1942860"/>
        <a:ext cx="177801" cy="178279"/>
      </dsp:txXfrm>
    </dsp:sp>
    <dsp:sp modelId="{89B24ACB-86AE-BD47-8EF0-849EB84FEADE}">
      <dsp:nvSpPr>
        <dsp:cNvPr id="0" name=""/>
        <dsp:cNvSpPr/>
      </dsp:nvSpPr>
      <dsp:spPr>
        <a:xfrm>
          <a:off x="1681234" y="1335592"/>
          <a:ext cx="1198120" cy="1392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GNFA: start state </a:t>
          </a:r>
          <a:r>
            <a:rPr lang="en-US" sz="1500" kern="1200">
              <a:sym typeface="Wingdings"/>
            </a:rPr>
            <a:t>all, single accept, one arrow from all to all</a:t>
          </a:r>
          <a:endParaRPr lang="en-US" sz="1500" kern="1200"/>
        </a:p>
      </dsp:txBody>
      <dsp:txXfrm>
        <a:off x="1716326" y="1370684"/>
        <a:ext cx="1127936" cy="1322631"/>
      </dsp:txXfrm>
    </dsp:sp>
    <dsp:sp modelId="{5F2C7D97-81A4-7B49-A726-DA2089725809}">
      <dsp:nvSpPr>
        <dsp:cNvPr id="0" name=""/>
        <dsp:cNvSpPr/>
      </dsp:nvSpPr>
      <dsp:spPr>
        <a:xfrm>
          <a:off x="2999167" y="1883433"/>
          <a:ext cx="254001" cy="297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999167" y="1942860"/>
        <a:ext cx="177801" cy="178279"/>
      </dsp:txXfrm>
    </dsp:sp>
    <dsp:sp modelId="{DF4064DD-0DA2-E84B-BF92-070E19923C1D}">
      <dsp:nvSpPr>
        <dsp:cNvPr id="0" name=""/>
        <dsp:cNvSpPr/>
      </dsp:nvSpPr>
      <dsp:spPr>
        <a:xfrm>
          <a:off x="3358603" y="1335592"/>
          <a:ext cx="1198120" cy="1392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GNFA with fewer states</a:t>
          </a:r>
        </a:p>
      </dsp:txBody>
      <dsp:txXfrm>
        <a:off x="3393695" y="1370684"/>
        <a:ext cx="1127936" cy="1322631"/>
      </dsp:txXfrm>
    </dsp:sp>
    <dsp:sp modelId="{025FEA9D-F38D-2447-A35F-DD12BE558F73}">
      <dsp:nvSpPr>
        <dsp:cNvPr id="0" name=""/>
        <dsp:cNvSpPr/>
      </dsp:nvSpPr>
      <dsp:spPr>
        <a:xfrm>
          <a:off x="4676536" y="1883433"/>
          <a:ext cx="254001" cy="297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676536" y="1942860"/>
        <a:ext cx="177801" cy="178279"/>
      </dsp:txXfrm>
    </dsp:sp>
    <dsp:sp modelId="{2149EB4A-6943-5B42-990C-7D11E69D715C}">
      <dsp:nvSpPr>
        <dsp:cNvPr id="0" name=""/>
        <dsp:cNvSpPr/>
      </dsp:nvSpPr>
      <dsp:spPr>
        <a:xfrm>
          <a:off x="5035972" y="1335592"/>
          <a:ext cx="1198120" cy="1392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 state GNFA</a:t>
          </a:r>
        </a:p>
      </dsp:txBody>
      <dsp:txXfrm>
        <a:off x="5071064" y="1370684"/>
        <a:ext cx="1127936" cy="1322631"/>
      </dsp:txXfrm>
    </dsp:sp>
    <dsp:sp modelId="{A7B80A7E-2E87-C548-8F2D-25C8B246169F}">
      <dsp:nvSpPr>
        <dsp:cNvPr id="0" name=""/>
        <dsp:cNvSpPr/>
      </dsp:nvSpPr>
      <dsp:spPr>
        <a:xfrm>
          <a:off x="6353905" y="1883433"/>
          <a:ext cx="254001" cy="297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353905" y="1942860"/>
        <a:ext cx="177801" cy="178279"/>
      </dsp:txXfrm>
    </dsp:sp>
    <dsp:sp modelId="{791D3CEE-D7D5-3848-B308-80D843BDADEE}">
      <dsp:nvSpPr>
        <dsp:cNvPr id="0" name=""/>
        <dsp:cNvSpPr/>
      </dsp:nvSpPr>
      <dsp:spPr>
        <a:xfrm>
          <a:off x="6713342" y="1335592"/>
          <a:ext cx="1198120" cy="13928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70000"/>
                <a:satMod val="15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70000"/>
                <a:satMod val="14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4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Regular expression</a:t>
          </a:r>
        </a:p>
      </dsp:txBody>
      <dsp:txXfrm>
        <a:off x="6748434" y="1370684"/>
        <a:ext cx="1127936" cy="1322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Saturday, 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Saturday, July 18,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CSE 331 </a:t>
            </a:r>
            <a:br>
              <a:rPr lang="en-US" sz="4800" dirty="0"/>
            </a:br>
            <a:r>
              <a:rPr lang="en-US" sz="3600" dirty="0"/>
              <a:t>Automata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Lecture 10</a:t>
            </a:r>
          </a:p>
          <a:p>
            <a:endParaRPr lang="en-US" dirty="0"/>
          </a:p>
          <a:p>
            <a:r>
              <a:rPr lang="en-US" dirty="0"/>
              <a:t>Summer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1.2, 1.3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between DFA to Regular expression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F864-70B1-658C-1AC8-4BDAA80C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GNFA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D3E0-B43B-226F-FDA1-D56582A6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GNFA: NFA with </a:t>
            </a:r>
            <a:r>
              <a:rPr lang="en-US" dirty="0">
                <a:solidFill>
                  <a:srgbClr val="FF0000"/>
                </a:solidFill>
              </a:rPr>
              <a:t>regular expressions</a:t>
            </a:r>
            <a:r>
              <a:rPr lang="en-US" dirty="0"/>
              <a:t> on edges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FCBB7-F2FB-41DF-B33E-78F7480DED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667" y="1715408"/>
            <a:ext cx="3564230" cy="314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0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8544-695C-471A-94DA-EBF39CF8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Generalizing NFAs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B3758-EFBB-4219-A804-99BE66C1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Idea 1: </a:t>
            </a:r>
            <a:r>
              <a:rPr lang="en-US" dirty="0"/>
              <a:t>Imagine that we can label transitions in an NFA with arbitrary regular expressions.</a:t>
            </a:r>
          </a:p>
          <a:p>
            <a:r>
              <a:rPr lang="en-US" b="1" dirty="0"/>
              <a:t>Key Idea 2: </a:t>
            </a:r>
            <a:r>
              <a:rPr lang="en-US" dirty="0"/>
              <a:t>If we can convert an NFA into a generalized NFA that looks like this...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...then we can easily read off a regular expression for the original NFA.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3C175-A55E-4C5B-B858-A1AE9BB69E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45" y="2963964"/>
            <a:ext cx="3724145" cy="70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2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tLeastOne1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1" t="6158" r="50011" b="53144"/>
          <a:stretch/>
        </p:blipFill>
        <p:spPr>
          <a:xfrm>
            <a:off x="6114292" y="3575360"/>
            <a:ext cx="2853335" cy="1442689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/>
        </p:nvGraphicFramePr>
        <p:xfrm>
          <a:off x="566944" y="754721"/>
          <a:ext cx="79153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DFA to </a:t>
            </a:r>
            <a:r>
              <a:rPr lang="en-US" sz="4400" dirty="0" err="1"/>
              <a:t>regexp</a:t>
            </a:r>
            <a:r>
              <a:rPr lang="en-US" sz="4400" dirty="0"/>
              <a:t>			    </a:t>
            </a:r>
            <a:r>
              <a:rPr lang="en-US" sz="1800" dirty="0">
                <a:solidFill>
                  <a:schemeClr val="accent6"/>
                </a:solidFill>
              </a:rPr>
              <a:t>Lemma 1.60, page 69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Idea: use intermediate model </a:t>
            </a:r>
            <a:r>
              <a:rPr lang="en-US" b="1" dirty="0">
                <a:solidFill>
                  <a:schemeClr val="accent1"/>
                </a:solidFill>
              </a:rPr>
              <a:t>GNFA</a:t>
            </a:r>
            <a:r>
              <a:rPr lang="en-US" b="1" dirty="0"/>
              <a:t> </a:t>
            </a:r>
            <a:r>
              <a:rPr lang="en-US" dirty="0"/>
              <a:t>whose labels are regular expressions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E.g.: build regular expression describing language recognized by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31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D614-446A-0AF0-19CB-B8C6EEE6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0B36-1DEC-57C9-6311-946E62EC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GNFA simplification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2CDA-2B1D-15A2-1BF9-A8696B70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Simplify GNFA by </a:t>
            </a:r>
            <a:r>
              <a:rPr lang="en-US" dirty="0">
                <a:solidFill>
                  <a:srgbClr val="FF0000"/>
                </a:solidFill>
              </a:rPr>
              <a:t>removing one node at a time</a:t>
            </a:r>
            <a:endParaRPr lang="en-IL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6F5241-8F8E-412E-DC8C-C1DC37A0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17" y="1906145"/>
            <a:ext cx="6618751" cy="295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2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FC57-17F2-FD89-6651-064E0D8F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GNFA simplification</a:t>
            </a:r>
            <a:endParaRPr lang="en-IL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60292C-8442-A82B-270B-665621E05C2D}"/>
              </a:ext>
            </a:extLst>
          </p:cNvPr>
          <p:cNvGrpSpPr/>
          <p:nvPr/>
        </p:nvGrpSpPr>
        <p:grpSpPr>
          <a:xfrm>
            <a:off x="787030" y="1970716"/>
            <a:ext cx="1405231" cy="1779997"/>
            <a:chOff x="4824984" y="3269886"/>
            <a:chExt cx="1405231" cy="1779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96F8ECAA-B880-F94B-1C7E-06FCDFBBA930}"/>
                    </a:ext>
                  </a:extLst>
                </p:cNvPr>
                <p:cNvSpPr/>
                <p:nvPr/>
              </p:nvSpPr>
              <p:spPr>
                <a:xfrm>
                  <a:off x="4824984" y="4063447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96F8ECAA-B880-F94B-1C7E-06FCDFBBA9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4984" y="4063447"/>
                  <a:ext cx="323088" cy="341376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F3AAE68-0FA4-25F9-B4BF-8890210E1704}"/>
                    </a:ext>
                  </a:extLst>
                </p:cNvPr>
                <p:cNvSpPr/>
                <p:nvPr/>
              </p:nvSpPr>
              <p:spPr>
                <a:xfrm>
                  <a:off x="5756791" y="4069619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L" sz="1600" baseline="-250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F3AAE68-0FA4-25F9-B4BF-8890210E17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6791" y="4069619"/>
                  <a:ext cx="323088" cy="341376"/>
                </a:xfrm>
                <a:prstGeom prst="ellipse">
                  <a:avLst/>
                </a:prstGeom>
                <a:blipFill>
                  <a:blip r:embed="rId3"/>
                  <a:stretch>
                    <a:fillRect l="-3509" b="-3333"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511E4A1-E81B-CF79-BC48-999DAA25929F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>
              <a:off x="4850788" y="3440574"/>
              <a:ext cx="4400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C78087-3DBC-DDC5-8EF7-BE59EA78C73B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148072" y="4234135"/>
              <a:ext cx="608719" cy="61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040BD382-5525-0991-7ABB-E018CF263D74}"/>
                </a:ext>
              </a:extLst>
            </p:cNvPr>
            <p:cNvSpPr/>
            <p:nvPr/>
          </p:nvSpPr>
          <p:spPr>
            <a:xfrm>
              <a:off x="4850788" y="3804965"/>
              <a:ext cx="249969" cy="276770"/>
            </a:xfrm>
            <a:prstGeom prst="arc">
              <a:avLst>
                <a:gd name="adj1" fmla="val 6079347"/>
                <a:gd name="adj2" fmla="val 4500297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C65CB3DE-C631-D373-056B-4D9C286D402A}"/>
                </a:ext>
              </a:extLst>
            </p:cNvPr>
            <p:cNvSpPr/>
            <p:nvPr/>
          </p:nvSpPr>
          <p:spPr>
            <a:xfrm>
              <a:off x="5803636" y="3782269"/>
              <a:ext cx="249969" cy="276770"/>
            </a:xfrm>
            <a:prstGeom prst="arc">
              <a:avLst>
                <a:gd name="adj1" fmla="val 6079347"/>
                <a:gd name="adj2" fmla="val 4500297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D4327FF-4C32-367A-D3FE-0C2FB2AD10F0}"/>
                    </a:ext>
                  </a:extLst>
                </p:cNvPr>
                <p:cNvSpPr txBox="1"/>
                <p:nvPr/>
              </p:nvSpPr>
              <p:spPr>
                <a:xfrm>
                  <a:off x="5284535" y="399809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D4327FF-4C32-367A-D3FE-0C2FB2AD1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535" y="3998099"/>
                  <a:ext cx="19236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58F224-6FB7-D5E4-0ED3-388BFEDF72FD}"/>
                </a:ext>
              </a:extLst>
            </p:cNvPr>
            <p:cNvSpPr txBox="1"/>
            <p:nvPr/>
          </p:nvSpPr>
          <p:spPr>
            <a:xfrm>
              <a:off x="4922264" y="3563575"/>
              <a:ext cx="12824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4D66BD3-C4BF-8CDA-00FC-CDFEC33EBA33}"/>
                    </a:ext>
                  </a:extLst>
                </p:cNvPr>
                <p:cNvSpPr txBox="1"/>
                <p:nvPr/>
              </p:nvSpPr>
              <p:spPr>
                <a:xfrm>
                  <a:off x="5662752" y="3533464"/>
                  <a:ext cx="5674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0∪1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4D66BD3-C4BF-8CDA-00FC-CDFEC33EBA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2752" y="3533464"/>
                  <a:ext cx="56746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9677" t="-31111" r="-29032" b="-4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7D94327D-7089-1FF4-C675-BB856CBA53A9}"/>
                    </a:ext>
                  </a:extLst>
                </p:cNvPr>
                <p:cNvSpPr/>
                <p:nvPr/>
              </p:nvSpPr>
              <p:spPr>
                <a:xfrm>
                  <a:off x="5290887" y="3269886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7D94327D-7089-1FF4-C675-BB856CBA53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887" y="3269886"/>
                  <a:ext cx="323088" cy="3413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9517BFF-99B3-B516-ABE4-46FFABFFB24E}"/>
                    </a:ext>
                  </a:extLst>
                </p:cNvPr>
                <p:cNvSpPr/>
                <p:nvPr/>
              </p:nvSpPr>
              <p:spPr>
                <a:xfrm>
                  <a:off x="5315351" y="4708507"/>
                  <a:ext cx="323088" cy="341376"/>
                </a:xfrm>
                <a:prstGeom prst="ellipse">
                  <a:avLst/>
                </a:prstGeom>
                <a:ln cmpd="dbl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9517BFF-99B3-B516-ABE4-46FFABFFB2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351" y="4708507"/>
                  <a:ext cx="323088" cy="3413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cmpd="dbl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516C61-E7E4-040F-8F77-80654F4B923F}"/>
                </a:ext>
              </a:extLst>
            </p:cNvPr>
            <p:cNvCxnSpPr>
              <a:cxnSpLocks/>
              <a:stCxn id="14" idx="4"/>
              <a:endCxn id="5" idx="7"/>
            </p:cNvCxnSpPr>
            <p:nvPr/>
          </p:nvCxnSpPr>
          <p:spPr>
            <a:xfrm flipH="1">
              <a:off x="5100757" y="3611262"/>
              <a:ext cx="351674" cy="502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E2F8AC4-091E-92E6-F0EA-5352DFCAB21C}"/>
                </a:ext>
              </a:extLst>
            </p:cNvPr>
            <p:cNvCxnSpPr>
              <a:cxnSpLocks/>
              <a:stCxn id="6" idx="3"/>
              <a:endCxn id="15" idx="0"/>
            </p:cNvCxnSpPr>
            <p:nvPr/>
          </p:nvCxnSpPr>
          <p:spPr>
            <a:xfrm flipH="1">
              <a:off x="5476895" y="4361002"/>
              <a:ext cx="327211" cy="347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767CE33-7A24-0BB8-0A0C-C484616EFA3B}"/>
                    </a:ext>
                  </a:extLst>
                </p:cNvPr>
                <p:cNvSpPr txBox="1"/>
                <p:nvPr/>
              </p:nvSpPr>
              <p:spPr>
                <a:xfrm>
                  <a:off x="5162309" y="3592813"/>
                  <a:ext cx="1788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767CE33-7A24-0BB8-0A0C-C484616EF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2309" y="3592813"/>
                  <a:ext cx="17883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67" r="-1000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35970AF-527D-723D-1927-71F94023FE72}"/>
                    </a:ext>
                  </a:extLst>
                </p:cNvPr>
                <p:cNvSpPr txBox="1"/>
                <p:nvPr/>
              </p:nvSpPr>
              <p:spPr>
                <a:xfrm>
                  <a:off x="5651188" y="4410995"/>
                  <a:ext cx="1788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35970AF-527D-723D-1927-71F94023F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188" y="4410995"/>
                  <a:ext cx="17883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379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111278-FFFF-FE43-9644-3D65BDD0925D}"/>
              </a:ext>
            </a:extLst>
          </p:cNvPr>
          <p:cNvGrpSpPr/>
          <p:nvPr/>
        </p:nvGrpSpPr>
        <p:grpSpPr>
          <a:xfrm>
            <a:off x="3836793" y="2044966"/>
            <a:ext cx="1379427" cy="1779997"/>
            <a:chOff x="3629749" y="3242269"/>
            <a:chExt cx="1379427" cy="1779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BFA2C109-9D08-1224-C722-EDB8A747642D}"/>
                    </a:ext>
                  </a:extLst>
                </p:cNvPr>
                <p:cNvSpPr/>
                <p:nvPr/>
              </p:nvSpPr>
              <p:spPr>
                <a:xfrm>
                  <a:off x="4535752" y="4042002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L" sz="1600" baseline="-25000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BFA2C109-9D08-1224-C722-EDB8A74764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752" y="4042002"/>
                  <a:ext cx="323088" cy="341376"/>
                </a:xfrm>
                <a:prstGeom prst="ellipse">
                  <a:avLst/>
                </a:prstGeom>
                <a:blipFill>
                  <a:blip r:embed="rId10"/>
                  <a:stretch>
                    <a:fillRect l="-3509" b="-1667"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DCEBDF-98D7-D4B6-4252-8846FA34A77E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>
              <a:off x="3629749" y="3412957"/>
              <a:ext cx="4400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2E333219-E746-71D3-B169-D2047780E9AC}"/>
                </a:ext>
              </a:extLst>
            </p:cNvPr>
            <p:cNvSpPr/>
            <p:nvPr/>
          </p:nvSpPr>
          <p:spPr>
            <a:xfrm>
              <a:off x="4582597" y="3754652"/>
              <a:ext cx="249969" cy="276770"/>
            </a:xfrm>
            <a:prstGeom prst="arc">
              <a:avLst>
                <a:gd name="adj1" fmla="val 6079347"/>
                <a:gd name="adj2" fmla="val 4500297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B781FD-E8F6-6C38-E33E-02EA06DFFD5A}"/>
                    </a:ext>
                  </a:extLst>
                </p:cNvPr>
                <p:cNvSpPr txBox="1"/>
                <p:nvPr/>
              </p:nvSpPr>
              <p:spPr>
                <a:xfrm>
                  <a:off x="4441713" y="3505847"/>
                  <a:ext cx="5674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0∪1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FB781FD-E8F6-6C38-E33E-02EA06DFF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713" y="3505847"/>
                  <a:ext cx="56746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677" t="-31111" r="-29032" b="-4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8A48A50A-631D-696E-444A-5FA3C101B8A6}"/>
                    </a:ext>
                  </a:extLst>
                </p:cNvPr>
                <p:cNvSpPr/>
                <p:nvPr/>
              </p:nvSpPr>
              <p:spPr>
                <a:xfrm>
                  <a:off x="4069848" y="3242269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8A48A50A-631D-696E-444A-5FA3C101B8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9848" y="3242269"/>
                  <a:ext cx="323088" cy="3413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03E2C192-0978-7718-066F-CC9C8FF92DDE}"/>
                    </a:ext>
                  </a:extLst>
                </p:cNvPr>
                <p:cNvSpPr/>
                <p:nvPr/>
              </p:nvSpPr>
              <p:spPr>
                <a:xfrm>
                  <a:off x="4094312" y="4680890"/>
                  <a:ext cx="323088" cy="341376"/>
                </a:xfrm>
                <a:prstGeom prst="ellipse">
                  <a:avLst/>
                </a:prstGeom>
                <a:ln cmpd="dbl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03E2C192-0978-7718-066F-CC9C8FF92D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4312" y="4680890"/>
                  <a:ext cx="323088" cy="3413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cmpd="dbl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7DA2192-A545-F999-7A15-A187A22E935A}"/>
                </a:ext>
              </a:extLst>
            </p:cNvPr>
            <p:cNvCxnSpPr>
              <a:cxnSpLocks/>
              <a:stCxn id="30" idx="4"/>
              <a:endCxn id="22" idx="1"/>
            </p:cNvCxnSpPr>
            <p:nvPr/>
          </p:nvCxnSpPr>
          <p:spPr>
            <a:xfrm>
              <a:off x="4231392" y="3583645"/>
              <a:ext cx="351675" cy="508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170BAF6-94FD-CBA7-234F-C123261B0785}"/>
                </a:ext>
              </a:extLst>
            </p:cNvPr>
            <p:cNvCxnSpPr>
              <a:cxnSpLocks/>
              <a:stCxn id="22" idx="3"/>
              <a:endCxn id="31" idx="0"/>
            </p:cNvCxnSpPr>
            <p:nvPr/>
          </p:nvCxnSpPr>
          <p:spPr>
            <a:xfrm flipH="1">
              <a:off x="4255856" y="4333385"/>
              <a:ext cx="327211" cy="347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B35090C-DBCE-7261-F678-0889BE80F388}"/>
                    </a:ext>
                  </a:extLst>
                </p:cNvPr>
                <p:cNvSpPr txBox="1"/>
                <p:nvPr/>
              </p:nvSpPr>
              <p:spPr>
                <a:xfrm>
                  <a:off x="4004001" y="3750713"/>
                  <a:ext cx="41190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B35090C-DBCE-7261-F678-0889BE80F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4001" y="3750713"/>
                  <a:ext cx="41190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3433" r="-13433" b="-888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F7E678-4903-CF12-D9D7-6D2F43260CD1}"/>
                    </a:ext>
                  </a:extLst>
                </p:cNvPr>
                <p:cNvSpPr txBox="1"/>
                <p:nvPr/>
              </p:nvSpPr>
              <p:spPr>
                <a:xfrm>
                  <a:off x="4430149" y="4383378"/>
                  <a:ext cx="1788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F7E678-4903-CF12-D9D7-6D2F43260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0149" y="4383378"/>
                  <a:ext cx="17883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7241" r="-13793" b="-222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E61B73-EC19-7A55-8157-C86B1C901E2E}"/>
              </a:ext>
            </a:extLst>
          </p:cNvPr>
          <p:cNvGrpSpPr/>
          <p:nvPr/>
        </p:nvGrpSpPr>
        <p:grpSpPr>
          <a:xfrm>
            <a:off x="2543466" y="2329210"/>
            <a:ext cx="1067921" cy="683352"/>
            <a:chOff x="2543466" y="2329210"/>
            <a:chExt cx="1067921" cy="683352"/>
          </a:xfrm>
        </p:grpSpPr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97762EB6-7B2C-CA77-88F8-E3F051249E29}"/>
                </a:ext>
              </a:extLst>
            </p:cNvPr>
            <p:cNvSpPr/>
            <p:nvPr/>
          </p:nvSpPr>
          <p:spPr>
            <a:xfrm>
              <a:off x="2586030" y="2600895"/>
              <a:ext cx="1003942" cy="411667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937083-FF54-2F06-B049-E4F6BE4049B2}"/>
                </a:ext>
              </a:extLst>
            </p:cNvPr>
            <p:cNvSpPr txBox="1"/>
            <p:nvPr/>
          </p:nvSpPr>
          <p:spPr>
            <a:xfrm>
              <a:off x="2543466" y="2329210"/>
              <a:ext cx="10679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Remove q</a:t>
              </a:r>
              <a:r>
                <a:rPr lang="en-US" sz="1400" baseline="-25000" dirty="0">
                  <a:solidFill>
                    <a:srgbClr val="FF0000"/>
                  </a:solidFill>
                </a:rPr>
                <a:t>0</a:t>
              </a:r>
              <a:endParaRPr lang="en-IL" sz="1400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609A6A-F59F-457F-BEF9-6097CDD6D0CF}"/>
              </a:ext>
            </a:extLst>
          </p:cNvPr>
          <p:cNvGrpSpPr/>
          <p:nvPr/>
        </p:nvGrpSpPr>
        <p:grpSpPr>
          <a:xfrm>
            <a:off x="6973640" y="2099211"/>
            <a:ext cx="1858128" cy="1779997"/>
            <a:chOff x="3629749" y="3242269"/>
            <a:chExt cx="1858128" cy="1779997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C91DCAD-B62C-F474-3AC2-466B66AEBFE3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>
              <a:off x="3629749" y="3412957"/>
              <a:ext cx="4400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BF1D0F71-C2CA-11F2-A43D-C646812A7CDB}"/>
                    </a:ext>
                  </a:extLst>
                </p:cNvPr>
                <p:cNvSpPr/>
                <p:nvPr/>
              </p:nvSpPr>
              <p:spPr>
                <a:xfrm>
                  <a:off x="4069848" y="3242269"/>
                  <a:ext cx="323088" cy="341376"/>
                </a:xfrm>
                <a:prstGeom prst="ellipse">
                  <a:avLst/>
                </a:prstGeom>
                <a:ln cmpd="sng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BF1D0F71-C2CA-11F2-A43D-C646812A7C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9848" y="3242269"/>
                  <a:ext cx="323088" cy="3413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cmpd="sng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F1E86FF-4CC0-564E-EEC5-B1B42FC618FB}"/>
                    </a:ext>
                  </a:extLst>
                </p:cNvPr>
                <p:cNvSpPr/>
                <p:nvPr/>
              </p:nvSpPr>
              <p:spPr>
                <a:xfrm>
                  <a:off x="4094312" y="4680890"/>
                  <a:ext cx="323088" cy="341376"/>
                </a:xfrm>
                <a:prstGeom prst="ellipse">
                  <a:avLst/>
                </a:prstGeom>
                <a:ln cmpd="dbl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400" b="0" i="1" baseline="-2500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L" sz="1400" baseline="-25000" dirty="0"/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F1E86FF-4CC0-564E-EEC5-B1B42FC618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4312" y="4680890"/>
                  <a:ext cx="323088" cy="3413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cmpd="dbl"/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4ADB1BB-6FFC-EEB6-FC4B-A3E5924B18DA}"/>
                </a:ext>
              </a:extLst>
            </p:cNvPr>
            <p:cNvCxnSpPr>
              <a:cxnSpLocks/>
              <a:stCxn id="46" idx="4"/>
              <a:endCxn id="47" idx="0"/>
            </p:cNvCxnSpPr>
            <p:nvPr/>
          </p:nvCxnSpPr>
          <p:spPr>
            <a:xfrm>
              <a:off x="4231392" y="3583645"/>
              <a:ext cx="24464" cy="1097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64BCFFC-6D1E-F0CE-8132-1F0F36A8B7DF}"/>
                    </a:ext>
                  </a:extLst>
                </p:cNvPr>
                <p:cNvSpPr txBox="1"/>
                <p:nvPr/>
              </p:nvSpPr>
              <p:spPr>
                <a:xfrm>
                  <a:off x="4276904" y="3949787"/>
                  <a:ext cx="121097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0∪1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64BCFFC-6D1E-F0CE-8132-1F0F36A8B7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904" y="3949787"/>
                  <a:ext cx="121097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518" b="-869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BF072AC-526E-0747-F9F5-A71A6F74EEFD}"/>
              </a:ext>
            </a:extLst>
          </p:cNvPr>
          <p:cNvGrpSpPr/>
          <p:nvPr/>
        </p:nvGrpSpPr>
        <p:grpSpPr>
          <a:xfrm>
            <a:off x="5815270" y="2357404"/>
            <a:ext cx="1067921" cy="710554"/>
            <a:chOff x="5815270" y="2357404"/>
            <a:chExt cx="1067921" cy="710554"/>
          </a:xfrm>
        </p:grpSpPr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51230F9A-2B7F-9F14-F70D-FEBC62FA4E89}"/>
                </a:ext>
              </a:extLst>
            </p:cNvPr>
            <p:cNvSpPr/>
            <p:nvPr/>
          </p:nvSpPr>
          <p:spPr>
            <a:xfrm>
              <a:off x="5867073" y="2656291"/>
              <a:ext cx="1003942" cy="411667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5222BC-1600-1CB5-0897-098D7A74458D}"/>
                </a:ext>
              </a:extLst>
            </p:cNvPr>
            <p:cNvSpPr txBox="1"/>
            <p:nvPr/>
          </p:nvSpPr>
          <p:spPr>
            <a:xfrm>
              <a:off x="5815270" y="2357404"/>
              <a:ext cx="10679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Remove q</a:t>
              </a:r>
              <a:r>
                <a:rPr lang="en-US" sz="1400" baseline="-25000" dirty="0">
                  <a:solidFill>
                    <a:srgbClr val="FF0000"/>
                  </a:solidFill>
                </a:rPr>
                <a:t>1</a:t>
              </a:r>
              <a:endParaRPr lang="en-IL" sz="1400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5FD40495-B23E-CA71-29AE-17B36102965D}"/>
              </a:ext>
            </a:extLst>
          </p:cNvPr>
          <p:cNvSpPr/>
          <p:nvPr/>
        </p:nvSpPr>
        <p:spPr>
          <a:xfrm>
            <a:off x="7620795" y="2759869"/>
            <a:ext cx="1210973" cy="3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447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759E-FE68-605F-1AFD-C9D40B41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</a:t>
            </a:r>
            <a:r>
              <a:rPr lang="en-US" dirty="0" err="1"/>
              <a:t>regexp</a:t>
            </a:r>
            <a:r>
              <a:rPr lang="en-US" dirty="0"/>
              <a:t> exercise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02A6A-9A9C-764D-0E18-5C74BAB2F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0"/>
            <a:ext cx="8409709" cy="3657600"/>
          </a:xfrm>
        </p:spPr>
        <p:txBody>
          <a:bodyPr/>
          <a:lstStyle/>
          <a:p>
            <a:r>
              <a:rPr lang="en-US" dirty="0"/>
              <a:t>Convert the following DFA to regular expression via GNFAs</a:t>
            </a:r>
            <a:endParaRPr lang="en-IL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8C0BAB-7D46-CFE4-F4AD-E66E0E7ACCC5}"/>
              </a:ext>
            </a:extLst>
          </p:cNvPr>
          <p:cNvGrpSpPr/>
          <p:nvPr/>
        </p:nvGrpSpPr>
        <p:grpSpPr>
          <a:xfrm>
            <a:off x="2132251" y="2230754"/>
            <a:ext cx="4464969" cy="1034059"/>
            <a:chOff x="2036064" y="1855445"/>
            <a:chExt cx="4464969" cy="103405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CD79B11-D93C-682A-A993-ED91580898B1}"/>
                </a:ext>
              </a:extLst>
            </p:cNvPr>
            <p:cNvSpPr/>
            <p:nvPr/>
          </p:nvSpPr>
          <p:spPr>
            <a:xfrm>
              <a:off x="2688336" y="2456688"/>
              <a:ext cx="414528" cy="4145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IL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59FEE7F-7450-6640-1501-6101C6B63476}"/>
                </a:ext>
              </a:extLst>
            </p:cNvPr>
            <p:cNvSpPr/>
            <p:nvPr/>
          </p:nvSpPr>
          <p:spPr>
            <a:xfrm>
              <a:off x="4364736" y="2474976"/>
              <a:ext cx="414528" cy="41452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IL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ECB0A3B-CBBF-0BDF-8A45-D43A1D6503A8}"/>
                </a:ext>
              </a:extLst>
            </p:cNvPr>
            <p:cNvSpPr/>
            <p:nvPr/>
          </p:nvSpPr>
          <p:spPr>
            <a:xfrm>
              <a:off x="6041136" y="2474976"/>
              <a:ext cx="414528" cy="414528"/>
            </a:xfrm>
            <a:prstGeom prst="ellipse">
              <a:avLst/>
            </a:prstGeom>
            <a:ln cmpd="db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FFC37B1-B451-E7D5-EB13-8EB611E141D1}"/>
                </a:ext>
              </a:extLst>
            </p:cNvPr>
            <p:cNvCxnSpPr>
              <a:endCxn id="4" idx="2"/>
            </p:cNvCxnSpPr>
            <p:nvPr/>
          </p:nvCxnSpPr>
          <p:spPr>
            <a:xfrm>
              <a:off x="2036064" y="2663952"/>
              <a:ext cx="6522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F8E5417-8567-29B1-4F8A-C15E548FB14A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3102864" y="2663952"/>
              <a:ext cx="1261872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D5388B6-7CE2-2B1B-3AF8-3C329CC52B9E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4779264" y="2682240"/>
              <a:ext cx="126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6BBD9EAC-A3F6-FD24-BCF7-3C26D5E62CF9}"/>
                </a:ext>
              </a:extLst>
            </p:cNvPr>
            <p:cNvSpPr/>
            <p:nvPr/>
          </p:nvSpPr>
          <p:spPr>
            <a:xfrm rot="5400000">
              <a:off x="2755391" y="2170176"/>
              <a:ext cx="280418" cy="292606"/>
            </a:xfrm>
            <a:prstGeom prst="arc">
              <a:avLst>
                <a:gd name="adj1" fmla="val 1267505"/>
                <a:gd name="adj2" fmla="val 20177841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74D6A5B-0D3A-A9A7-6BED-1A12A2CF637D}"/>
                </a:ext>
              </a:extLst>
            </p:cNvPr>
            <p:cNvSpPr/>
            <p:nvPr/>
          </p:nvSpPr>
          <p:spPr>
            <a:xfrm rot="5400000">
              <a:off x="4431791" y="2182367"/>
              <a:ext cx="280418" cy="292606"/>
            </a:xfrm>
            <a:prstGeom prst="arc">
              <a:avLst>
                <a:gd name="adj1" fmla="val 1267505"/>
                <a:gd name="adj2" fmla="val 20177841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6E696E18-E087-BB27-AB99-835255EACA24}"/>
                </a:ext>
              </a:extLst>
            </p:cNvPr>
            <p:cNvSpPr/>
            <p:nvPr/>
          </p:nvSpPr>
          <p:spPr>
            <a:xfrm rot="5400000">
              <a:off x="6108191" y="2170176"/>
              <a:ext cx="280418" cy="292606"/>
            </a:xfrm>
            <a:prstGeom prst="arc">
              <a:avLst>
                <a:gd name="adj1" fmla="val 1267505"/>
                <a:gd name="adj2" fmla="val 20177841"/>
              </a:avLst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670762-BC31-0533-5DDD-9994C4459257}"/>
                </a:ext>
              </a:extLst>
            </p:cNvPr>
            <p:cNvSpPr txBox="1"/>
            <p:nvPr/>
          </p:nvSpPr>
          <p:spPr>
            <a:xfrm>
              <a:off x="2724913" y="185544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DCF047-693E-66EE-36F8-71E97F9412AB}"/>
                </a:ext>
              </a:extLst>
            </p:cNvPr>
            <p:cNvSpPr txBox="1"/>
            <p:nvPr/>
          </p:nvSpPr>
          <p:spPr>
            <a:xfrm>
              <a:off x="3484902" y="23348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CF3D5C-3AD7-46FA-A117-B4D0C0F2A308}"/>
                </a:ext>
              </a:extLst>
            </p:cNvPr>
            <p:cNvSpPr txBox="1"/>
            <p:nvPr/>
          </p:nvSpPr>
          <p:spPr>
            <a:xfrm>
              <a:off x="4407409" y="186142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4B6B48-D520-FCFD-7769-5160729126A5}"/>
                </a:ext>
              </a:extLst>
            </p:cNvPr>
            <p:cNvSpPr txBox="1"/>
            <p:nvPr/>
          </p:nvSpPr>
          <p:spPr>
            <a:xfrm>
              <a:off x="5284227" y="23348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923C5C-61F6-5283-1157-7893CBFAFB22}"/>
                </a:ext>
              </a:extLst>
            </p:cNvPr>
            <p:cNvSpPr txBox="1"/>
            <p:nvPr/>
          </p:nvSpPr>
          <p:spPr>
            <a:xfrm>
              <a:off x="5995766" y="186142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0,1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09647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759E-FE68-605F-1AFD-C9D40B41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</a:t>
            </a:r>
            <a:r>
              <a:rPr lang="en-US" dirty="0" err="1"/>
              <a:t>regexp</a:t>
            </a:r>
            <a:r>
              <a:rPr lang="en-US" dirty="0"/>
              <a:t> exercise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02A6A-9A9C-764D-0E18-5C74BAB2F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0"/>
            <a:ext cx="8409709" cy="3657600"/>
          </a:xfrm>
        </p:spPr>
        <p:txBody>
          <a:bodyPr/>
          <a:lstStyle/>
          <a:p>
            <a:r>
              <a:rPr lang="en-US" dirty="0"/>
              <a:t>Convert the following DFA into an equivalent regular expression using the state elimination method. First eliminate q</a:t>
            </a:r>
            <a:r>
              <a:rPr lang="en-US" baseline="-25000" dirty="0"/>
              <a:t>2</a:t>
            </a:r>
            <a:r>
              <a:rPr lang="en-US" dirty="0"/>
              <a:t>, then q</a:t>
            </a:r>
            <a:r>
              <a:rPr lang="en-US" baseline="-25000" dirty="0"/>
              <a:t>3</a:t>
            </a:r>
            <a:r>
              <a:rPr lang="en-US" dirty="0"/>
              <a:t> and finally q</a:t>
            </a:r>
            <a:r>
              <a:rPr lang="en-US" baseline="-25000" dirty="0"/>
              <a:t>4</a:t>
            </a:r>
            <a:r>
              <a:rPr lang="en-US" dirty="0"/>
              <a:t>. You must show work.</a:t>
            </a:r>
            <a:endParaRPr lang="en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7996F8-D001-4A5B-BF81-5B2EE95A15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232" y="2553932"/>
            <a:ext cx="2155521" cy="258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4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21942-C4CD-4916-A2A9-736B0F1532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42" y="384762"/>
            <a:ext cx="1729935" cy="207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1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29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69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8368-D089-4318-84C1-C3A3A194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Transformations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440B7-419B-4EE1-BBF0-721B182A2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49802"/>
            <a:ext cx="8229600" cy="1958295"/>
          </a:xfrm>
        </p:spPr>
      </p:pic>
    </p:spTree>
    <p:extLst>
      <p:ext uri="{BB962C8B-B14F-4D97-AF65-F5344CB8AC3E}">
        <p14:creationId xmlns:p14="http://schemas.microsoft.com/office/powerpoint/2010/main" val="2812735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377F-18A2-44C3-BBA3-BA14B057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State-Elimination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5E88-D20D-48A7-AFD1-F31A76B9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Start with an NFA N for the language L. </a:t>
            </a:r>
          </a:p>
          <a:p>
            <a:r>
              <a:rPr lang="en-US" dirty="0"/>
              <a:t>Add a </a:t>
            </a:r>
            <a:r>
              <a:rPr lang="en-US" dirty="0">
                <a:solidFill>
                  <a:srgbClr val="FF0000"/>
                </a:solidFill>
              </a:rPr>
              <a:t>new start state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(if there is an incoming transition to the original start state) and </a:t>
            </a:r>
            <a:r>
              <a:rPr lang="en-US" dirty="0">
                <a:solidFill>
                  <a:srgbClr val="FF0000"/>
                </a:solidFill>
              </a:rPr>
              <a:t>accept state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f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dirty="0"/>
              <a:t>to the NFA. </a:t>
            </a:r>
          </a:p>
          <a:p>
            <a:r>
              <a:rPr lang="en-US" dirty="0"/>
              <a:t>Add an </a:t>
            </a:r>
            <a:r>
              <a:rPr lang="en-US" dirty="0">
                <a:solidFill>
                  <a:srgbClr val="FF0000"/>
                </a:solidFill>
              </a:rPr>
              <a:t>ε-transition</a:t>
            </a:r>
            <a:r>
              <a:rPr lang="en-US" dirty="0"/>
              <a:t> from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s</a:t>
            </a:r>
            <a:r>
              <a:rPr lang="en-US" dirty="0"/>
              <a:t> to the </a:t>
            </a:r>
            <a:r>
              <a:rPr lang="en-US" dirty="0">
                <a:solidFill>
                  <a:schemeClr val="tx2"/>
                </a:solidFill>
              </a:rPr>
              <a:t>old start state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N. 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ε-transitions</a:t>
            </a:r>
            <a:r>
              <a:rPr lang="en-US" dirty="0"/>
              <a:t> from </a:t>
            </a:r>
            <a:r>
              <a:rPr lang="en-US" dirty="0">
                <a:solidFill>
                  <a:schemeClr val="tx2"/>
                </a:solidFill>
              </a:rPr>
              <a:t>each accepting state of N </a:t>
            </a:r>
            <a:r>
              <a:rPr lang="en-US" dirty="0"/>
              <a:t>to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f</a:t>
            </a:r>
            <a:r>
              <a:rPr lang="en-US" dirty="0"/>
              <a:t> , then mark them as not accepting.</a:t>
            </a:r>
          </a:p>
          <a:p>
            <a:r>
              <a:rPr lang="en-US" dirty="0"/>
              <a:t>Repeatedly </a:t>
            </a:r>
            <a:r>
              <a:rPr lang="en-US" dirty="0">
                <a:solidFill>
                  <a:srgbClr val="FF0000"/>
                </a:solidFill>
              </a:rPr>
              <a:t>remove states other than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q</a:t>
            </a:r>
            <a:r>
              <a:rPr lang="en-US" baseline="-25000" dirty="0" err="1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the NFA by “shortcutting” them until only two states remain: </a:t>
            </a:r>
            <a:r>
              <a:rPr lang="en-US" dirty="0" err="1"/>
              <a:t>q</a:t>
            </a:r>
            <a:r>
              <a:rPr lang="en-US" baseline="-25000" dirty="0" err="1"/>
              <a:t>s</a:t>
            </a:r>
            <a:r>
              <a:rPr lang="en-US" dirty="0"/>
              <a:t> and </a:t>
            </a:r>
            <a:r>
              <a:rPr lang="en-US" dirty="0" err="1"/>
              <a:t>q</a:t>
            </a:r>
            <a:r>
              <a:rPr lang="en-US" baseline="-25000" dirty="0" err="1"/>
              <a:t>f</a:t>
            </a:r>
            <a:r>
              <a:rPr lang="en-US" dirty="0"/>
              <a:t> . </a:t>
            </a:r>
          </a:p>
          <a:p>
            <a:r>
              <a:rPr lang="en-US" dirty="0"/>
              <a:t>The transition from </a:t>
            </a:r>
            <a:r>
              <a:rPr lang="en-US" dirty="0" err="1"/>
              <a:t>q</a:t>
            </a:r>
            <a:r>
              <a:rPr lang="en-US" baseline="-25000" dirty="0" err="1"/>
              <a:t>s</a:t>
            </a:r>
            <a:r>
              <a:rPr lang="en-US" dirty="0"/>
              <a:t> to </a:t>
            </a:r>
            <a:r>
              <a:rPr lang="en-US" dirty="0" err="1"/>
              <a:t>q</a:t>
            </a:r>
            <a:r>
              <a:rPr lang="en-US" baseline="-25000" dirty="0" err="1"/>
              <a:t>f</a:t>
            </a:r>
            <a:r>
              <a:rPr lang="en-US" dirty="0"/>
              <a:t> is then a regular expression for the NFA.</a:t>
            </a:r>
          </a:p>
        </p:txBody>
      </p:sp>
    </p:spTree>
    <p:extLst>
      <p:ext uri="{BB962C8B-B14F-4D97-AF65-F5344CB8AC3E}">
        <p14:creationId xmlns:p14="http://schemas.microsoft.com/office/powerpoint/2010/main" val="270119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377F-18A2-44C3-BBA3-BA14B057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State-Elimination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5E88-D20D-48A7-AFD1-F31A76B9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</a:t>
            </a:r>
            <a:r>
              <a:rPr lang="en-US" dirty="0">
                <a:solidFill>
                  <a:schemeClr val="tx2"/>
                </a:solidFill>
              </a:rPr>
              <a:t>eliminate a state q </a:t>
            </a:r>
            <a:r>
              <a:rPr lang="en-US" dirty="0"/>
              <a:t>from the automaton, do the following for each pair of states q₀ and q₁, where there's a transition from q₀ into q and a transition from q into q₁:  </a:t>
            </a:r>
          </a:p>
          <a:p>
            <a:pPr lvl="1"/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in</a:t>
            </a:r>
            <a:r>
              <a:rPr lang="en-US" dirty="0"/>
              <a:t> be the regex on the transition from </a:t>
            </a:r>
            <a:r>
              <a:rPr lang="en-US" dirty="0">
                <a:solidFill>
                  <a:schemeClr val="tx2"/>
                </a:solidFill>
              </a:rPr>
              <a:t>q₀ to q.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Let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out</a:t>
            </a:r>
            <a:r>
              <a:rPr lang="en-US" dirty="0"/>
              <a:t> be the regex on the transition from </a:t>
            </a:r>
            <a:r>
              <a:rPr lang="en-US" dirty="0">
                <a:solidFill>
                  <a:schemeClr val="tx2"/>
                </a:solidFill>
              </a:rPr>
              <a:t>q to q₁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If there is a regular expression </a:t>
            </a:r>
            <a:r>
              <a:rPr lang="en-US" dirty="0" err="1">
                <a:solidFill>
                  <a:srgbClr val="FF0000"/>
                </a:solidFill>
              </a:rPr>
              <a:t>R</a:t>
            </a:r>
            <a:r>
              <a:rPr lang="en-US" baseline="-25000" dirty="0" err="1">
                <a:solidFill>
                  <a:srgbClr val="FF0000"/>
                </a:solidFill>
              </a:rPr>
              <a:t>stay</a:t>
            </a:r>
            <a:r>
              <a:rPr lang="en-US" dirty="0"/>
              <a:t> on a transition from q to itself, add a new transition from </a:t>
            </a:r>
            <a:r>
              <a:rPr lang="en-US" dirty="0">
                <a:solidFill>
                  <a:schemeClr val="tx2"/>
                </a:solidFill>
              </a:rPr>
              <a:t>q₀ to q₁ </a:t>
            </a:r>
            <a:r>
              <a:rPr lang="en-US" dirty="0"/>
              <a:t>labeled </a:t>
            </a:r>
            <a:r>
              <a:rPr lang="en-US" dirty="0">
                <a:solidFill>
                  <a:srgbClr val="FF0000"/>
                </a:solidFill>
              </a:rPr>
              <a:t>((R</a:t>
            </a:r>
            <a:r>
              <a:rPr lang="en-US" baseline="-25000" dirty="0">
                <a:solidFill>
                  <a:srgbClr val="FF0000"/>
                </a:solidFill>
              </a:rPr>
              <a:t>in</a:t>
            </a:r>
            <a:r>
              <a:rPr lang="en-US" dirty="0">
                <a:solidFill>
                  <a:srgbClr val="FF0000"/>
                </a:solidFill>
              </a:rPr>
              <a:t>)(</a:t>
            </a:r>
            <a:r>
              <a:rPr lang="en-US" dirty="0" err="1">
                <a:solidFill>
                  <a:srgbClr val="FF0000"/>
                </a:solidFill>
              </a:rPr>
              <a:t>R</a:t>
            </a:r>
            <a:r>
              <a:rPr lang="en-US" baseline="-25000" dirty="0" err="1">
                <a:solidFill>
                  <a:srgbClr val="FF0000"/>
                </a:solidFill>
              </a:rPr>
              <a:t>stay</a:t>
            </a:r>
            <a:r>
              <a:rPr lang="en-US" dirty="0">
                <a:solidFill>
                  <a:srgbClr val="FF0000"/>
                </a:solidFill>
              </a:rPr>
              <a:t>)*(R</a:t>
            </a:r>
            <a:r>
              <a:rPr lang="en-US" baseline="-25000" dirty="0">
                <a:solidFill>
                  <a:srgbClr val="FF0000"/>
                </a:solidFill>
              </a:rPr>
              <a:t>out</a:t>
            </a:r>
            <a:r>
              <a:rPr lang="en-US" dirty="0">
                <a:solidFill>
                  <a:srgbClr val="FF0000"/>
                </a:solidFill>
              </a:rPr>
              <a:t>))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If there isn't, add a new transition from </a:t>
            </a:r>
            <a:r>
              <a:rPr lang="en-US" dirty="0">
                <a:solidFill>
                  <a:schemeClr val="tx2"/>
                </a:solidFill>
              </a:rPr>
              <a:t>q₀ to q₁ </a:t>
            </a:r>
            <a:r>
              <a:rPr lang="en-US" dirty="0"/>
              <a:t>labeled </a:t>
            </a:r>
            <a:r>
              <a:rPr lang="en-US" dirty="0">
                <a:solidFill>
                  <a:srgbClr val="FF0000"/>
                </a:solidFill>
              </a:rPr>
              <a:t>((R</a:t>
            </a:r>
            <a:r>
              <a:rPr lang="en-US" baseline="-25000" dirty="0">
                <a:solidFill>
                  <a:srgbClr val="FF0000"/>
                </a:solidFill>
              </a:rPr>
              <a:t>in</a:t>
            </a:r>
            <a:r>
              <a:rPr lang="en-US" dirty="0">
                <a:solidFill>
                  <a:srgbClr val="FF0000"/>
                </a:solidFill>
              </a:rPr>
              <a:t>)(R</a:t>
            </a:r>
            <a:r>
              <a:rPr lang="en-US" baseline="-25000" dirty="0">
                <a:solidFill>
                  <a:srgbClr val="FF0000"/>
                </a:solidFill>
              </a:rPr>
              <a:t>out</a:t>
            </a:r>
            <a:r>
              <a:rPr lang="en-US" dirty="0">
                <a:solidFill>
                  <a:srgbClr val="FF0000"/>
                </a:solidFill>
              </a:rPr>
              <a:t>))</a:t>
            </a:r>
          </a:p>
          <a:p>
            <a:r>
              <a:rPr lang="en-US" dirty="0"/>
              <a:t>If a pair of states has multiple transitions between them labeled R₁, R₂, …,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, replace them with a single transition labeled R₁ ∪ R₂ ∪ … ∪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433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 roads lead to … regular sets?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Are there any languages </a:t>
            </a:r>
            <a:r>
              <a:rPr lang="en-US" dirty="0">
                <a:solidFill>
                  <a:schemeClr val="accent5"/>
                </a:solidFill>
              </a:rPr>
              <a:t>over {0,1} </a:t>
            </a:r>
            <a:r>
              <a:rPr lang="en-US" dirty="0"/>
              <a:t>that are not regular?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Yes: a language that is recognized by an NFA but not any DFA.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Yes: there is some infinite language of strings over {0,1} that is not described by any regular expression.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all languages over {0,1} are regular because that's what it means to be a language.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for each set of strings over {0,1}, some DFA recognizes that set.</a:t>
            </a:r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410612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Bounds on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 DFA, memory = states</a:t>
            </a:r>
          </a:p>
          <a:p>
            <a:endParaRPr lang="en-US"/>
          </a:p>
          <a:p>
            <a:r>
              <a:rPr lang="en-US"/>
              <a:t>Automata can only "remember"…</a:t>
            </a:r>
          </a:p>
          <a:p>
            <a:pPr lvl="1"/>
            <a:r>
              <a:rPr lang="en-US"/>
              <a:t>…finitely far in the past</a:t>
            </a:r>
          </a:p>
          <a:p>
            <a:pPr lvl="1"/>
            <a:r>
              <a:rPr lang="en-US"/>
              <a:t>…finitely much information</a:t>
            </a:r>
          </a:p>
          <a:p>
            <a:endParaRPr lang="en-US"/>
          </a:p>
          <a:p>
            <a:r>
              <a:rPr lang="en-US"/>
              <a:t>If a computation path visits the same state more than once, the machine can't tell the difference between the first time and future times it visited that state.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80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7616</TotalTime>
  <Words>679</Words>
  <Application>Microsoft Office PowerPoint</Application>
  <PresentationFormat>On-screen Show (16:9)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Wingdings</vt:lpstr>
      <vt:lpstr>Clarity</vt:lpstr>
      <vt:lpstr>CSE 331  Automata and computability</vt:lpstr>
      <vt:lpstr>Today's learning goals Sipser Ch 1.2, 1.3</vt:lpstr>
      <vt:lpstr>GNFA</vt:lpstr>
      <vt:lpstr>Generalizing NFAs</vt:lpstr>
      <vt:lpstr>DFA to regexp       Lemma 1.60, page 69</vt:lpstr>
      <vt:lpstr>GNFA simplification</vt:lpstr>
      <vt:lpstr>GNFA simplification</vt:lpstr>
      <vt:lpstr>DFA to regexp exercise</vt:lpstr>
      <vt:lpstr>DFA to regexp exercise</vt:lpstr>
      <vt:lpstr>PowerPoint Presentation</vt:lpstr>
      <vt:lpstr>PowerPoint Presentation</vt:lpstr>
      <vt:lpstr>PowerPoint Presentation</vt:lpstr>
      <vt:lpstr>Our Transformations </vt:lpstr>
      <vt:lpstr>The State-Elimination Algorithm</vt:lpstr>
      <vt:lpstr>The State-Elimination Algorithm</vt:lpstr>
      <vt:lpstr>All roads lead to … regular sets?</vt:lpstr>
      <vt:lpstr>Bounds on DFA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599</cp:revision>
  <dcterms:created xsi:type="dcterms:W3CDTF">2014-10-03T04:30:04Z</dcterms:created>
  <dcterms:modified xsi:type="dcterms:W3CDTF">2026-07-18T06:22:24Z</dcterms:modified>
  <cp:category/>
</cp:coreProperties>
</file>