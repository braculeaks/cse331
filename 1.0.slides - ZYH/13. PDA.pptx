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68" r:id="rId1"/>
  </p:sldMasterIdLst>
  <p:notesMasterIdLst>
    <p:notesMasterId r:id="rId33"/>
  </p:notesMasterIdLst>
  <p:sldIdLst>
    <p:sldId id="256" r:id="rId2"/>
    <p:sldId id="376" r:id="rId3"/>
    <p:sldId id="479" r:id="rId4"/>
    <p:sldId id="538" r:id="rId5"/>
    <p:sldId id="539" r:id="rId6"/>
    <p:sldId id="540" r:id="rId7"/>
    <p:sldId id="541" r:id="rId8"/>
    <p:sldId id="542" r:id="rId9"/>
    <p:sldId id="531" r:id="rId10"/>
    <p:sldId id="546" r:id="rId11"/>
    <p:sldId id="523" r:id="rId12"/>
    <p:sldId id="516" r:id="rId13"/>
    <p:sldId id="518" r:id="rId14"/>
    <p:sldId id="519" r:id="rId15"/>
    <p:sldId id="551" r:id="rId16"/>
    <p:sldId id="559" r:id="rId17"/>
    <p:sldId id="552" r:id="rId18"/>
    <p:sldId id="527" r:id="rId19"/>
    <p:sldId id="548" r:id="rId20"/>
    <p:sldId id="549" r:id="rId21"/>
    <p:sldId id="550" r:id="rId22"/>
    <p:sldId id="528" r:id="rId23"/>
    <p:sldId id="553" r:id="rId24"/>
    <p:sldId id="557" r:id="rId25"/>
    <p:sldId id="558" r:id="rId26"/>
    <p:sldId id="520" r:id="rId27"/>
    <p:sldId id="560" r:id="rId28"/>
    <p:sldId id="561" r:id="rId29"/>
    <p:sldId id="547" r:id="rId30"/>
    <p:sldId id="524" r:id="rId31"/>
    <p:sldId id="530" r:id="rId32"/>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BEBF6"/>
    <a:srgbClr val="FFFE5F"/>
    <a:srgbClr val="FEA90F"/>
    <a:srgbClr val="F2AF0D"/>
    <a:srgbClr val="EE9E0E"/>
    <a:srgbClr val="F0AE0D"/>
    <a:srgbClr val="F8CD6A"/>
    <a:srgbClr val="E1922D"/>
    <a:srgbClr val="EE9A08"/>
    <a:srgbClr val="E89B25"/>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C204BB8-26DD-4CCF-B243-BB247B19D38C}" v="46" dt="2025-10-29T22:30:40.133"/>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0625" autoAdjust="0"/>
  </p:normalViewPr>
  <p:slideViewPr>
    <p:cSldViewPr snapToGrid="0" snapToObjects="1">
      <p:cViewPr varScale="1">
        <p:scale>
          <a:sx n="149" d="100"/>
          <a:sy n="149" d="100"/>
        </p:scale>
        <p:origin x="504" y="120"/>
      </p:cViewPr>
      <p:guideLst>
        <p:guide orient="horz" pos="162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char Lovett" userId="0c6d1e87c56e93c6" providerId="LiveId" clId="{49E11F92-E2B6-4F6F-8F4A-9E60AA28A2F8}"/>
    <pc:docChg chg="modSld">
      <pc:chgData name="Shachar Lovett" userId="0c6d1e87c56e93c6" providerId="LiveId" clId="{49E11F92-E2B6-4F6F-8F4A-9E60AA28A2F8}" dt="2025-03-06T01:22:46.212" v="0"/>
      <pc:docMkLst>
        <pc:docMk/>
      </pc:docMkLst>
      <pc:sldChg chg="modSp mod">
        <pc:chgData name="Shachar Lovett" userId="0c6d1e87c56e93c6" providerId="LiveId" clId="{49E11F92-E2B6-4F6F-8F4A-9E60AA28A2F8}" dt="2025-03-06T01:22:46.212" v="0"/>
        <pc:sldMkLst>
          <pc:docMk/>
          <pc:sldMk cId="1882651833" sldId="256"/>
        </pc:sldMkLst>
      </pc:sldChg>
    </pc:docChg>
  </pc:docChgLst>
  <pc:docChgLst>
    <pc:chgData name="Shachar Lovett" userId="0c6d1e87c56e93c6" providerId="LiveId" clId="{3FCDD582-1E62-4267-BDFC-9BC22DE0B68A}"/>
    <pc:docChg chg="modSld">
      <pc:chgData name="Shachar Lovett" userId="0c6d1e87c56e93c6" providerId="LiveId" clId="{3FCDD582-1E62-4267-BDFC-9BC22DE0B68A}" dt="2019-09-06T15:16:56.131" v="0"/>
      <pc:docMkLst>
        <pc:docMk/>
      </pc:docMkLst>
      <pc:sldChg chg="modSp">
        <pc:chgData name="Shachar Lovett" userId="0c6d1e87c56e93c6" providerId="LiveId" clId="{3FCDD582-1E62-4267-BDFC-9BC22DE0B68A}" dt="2019-09-06T15:16:56.131" v="0"/>
        <pc:sldMkLst>
          <pc:docMk/>
          <pc:sldMk cId="1882651833" sldId="256"/>
        </pc:sldMkLst>
      </pc:sldChg>
    </pc:docChg>
  </pc:docChgLst>
  <pc:docChgLst>
    <pc:chgData name="Shachar Lovett" userId="0c6d1e87c56e93c6" providerId="LiveId" clId="{41064877-C806-4AB4-9CDD-1F501398BFFD}"/>
    <pc:docChg chg="addSld modSld">
      <pc:chgData name="Shachar Lovett" userId="0c6d1e87c56e93c6" providerId="LiveId" clId="{41064877-C806-4AB4-9CDD-1F501398BFFD}" dt="2025-10-29T22:31:10.518" v="57" actId="6549"/>
      <pc:docMkLst>
        <pc:docMk/>
      </pc:docMkLst>
      <pc:sldChg chg="modSp mod">
        <pc:chgData name="Shachar Lovett" userId="0c6d1e87c56e93c6" providerId="LiveId" clId="{41064877-C806-4AB4-9CDD-1F501398BFFD}" dt="2025-10-29T22:31:03.081" v="56" actId="6549"/>
        <pc:sldMkLst>
          <pc:docMk/>
          <pc:sldMk cId="2471468570" sldId="523"/>
        </pc:sldMkLst>
        <pc:spChg chg="mod">
          <ac:chgData name="Shachar Lovett" userId="0c6d1e87c56e93c6" providerId="LiveId" clId="{41064877-C806-4AB4-9CDD-1F501398BFFD}" dt="2025-10-29T22:31:03.081" v="56" actId="6549"/>
          <ac:spMkLst>
            <pc:docMk/>
            <pc:sldMk cId="2471468570" sldId="523"/>
            <ac:spMk id="2" creationId="{2B925053-99E9-BB91-5FCB-16F0F646094F}"/>
          </ac:spMkLst>
        </pc:spChg>
      </pc:sldChg>
      <pc:sldChg chg="modSp add mod">
        <pc:chgData name="Shachar Lovett" userId="0c6d1e87c56e93c6" providerId="LiveId" clId="{41064877-C806-4AB4-9CDD-1F501398BFFD}" dt="2025-10-29T22:31:10.518" v="57" actId="6549"/>
        <pc:sldMkLst>
          <pc:docMk/>
          <pc:sldMk cId="2578455477" sldId="528"/>
        </pc:sldMkLst>
        <pc:spChg chg="mod">
          <ac:chgData name="Shachar Lovett" userId="0c6d1e87c56e93c6" providerId="LiveId" clId="{41064877-C806-4AB4-9CDD-1F501398BFFD}" dt="2025-10-29T22:31:10.518" v="57" actId="6549"/>
          <ac:spMkLst>
            <pc:docMk/>
            <pc:sldMk cId="2578455477" sldId="528"/>
            <ac:spMk id="3" creationId="{75F0BCEC-571B-0CEE-0FEC-94551B70304A}"/>
          </ac:spMkLst>
        </pc:spChg>
      </pc:sldChg>
    </pc:docChg>
  </pc:docChgLst>
  <pc:docChgLst>
    <pc:chgData name="Shachar Lovett" userId="0c6d1e87c56e93c6" providerId="LiveId" clId="{181EE39D-75D9-47BC-9D7B-86C792814332}"/>
    <pc:docChg chg="undo custSel addSld delSld modSld">
      <pc:chgData name="Shachar Lovett" userId="0c6d1e87c56e93c6" providerId="LiveId" clId="{181EE39D-75D9-47BC-9D7B-86C792814332}" dt="2025-04-30T21:20:31.794" v="538" actId="27636"/>
      <pc:docMkLst>
        <pc:docMk/>
      </pc:docMkLst>
      <pc:sldChg chg="add">
        <pc:chgData name="Shachar Lovett" userId="0c6d1e87c56e93c6" providerId="LiveId" clId="{181EE39D-75D9-47BC-9D7B-86C792814332}" dt="2025-04-30T20:52:58.587" v="0"/>
        <pc:sldMkLst>
          <pc:docMk/>
          <pc:sldMk cId="373632294" sldId="487"/>
        </pc:sldMkLst>
      </pc:sldChg>
      <pc:sldChg chg="modSp mod">
        <pc:chgData name="Shachar Lovett" userId="0c6d1e87c56e93c6" providerId="LiveId" clId="{181EE39D-75D9-47BC-9D7B-86C792814332}" dt="2025-04-30T20:59:50.764" v="62" actId="20577"/>
        <pc:sldMkLst>
          <pc:docMk/>
          <pc:sldMk cId="4090718286" sldId="502"/>
        </pc:sldMkLst>
      </pc:sldChg>
      <pc:sldChg chg="addSp delSp modSp mod">
        <pc:chgData name="Shachar Lovett" userId="0c6d1e87c56e93c6" providerId="LiveId" clId="{181EE39D-75D9-47BC-9D7B-86C792814332}" dt="2025-04-30T21:06:15.603" v="207" actId="20577"/>
        <pc:sldMkLst>
          <pc:docMk/>
          <pc:sldMk cId="4233092133" sldId="503"/>
        </pc:sldMkLst>
      </pc:sldChg>
      <pc:sldChg chg="del">
        <pc:chgData name="Shachar Lovett" userId="0c6d1e87c56e93c6" providerId="LiveId" clId="{181EE39D-75D9-47BC-9D7B-86C792814332}" dt="2025-04-30T21:04:03.300" v="64" actId="47"/>
        <pc:sldMkLst>
          <pc:docMk/>
          <pc:sldMk cId="3473247266" sldId="504"/>
        </pc:sldMkLst>
      </pc:sldChg>
      <pc:sldChg chg="modSp mod">
        <pc:chgData name="Shachar Lovett" userId="0c6d1e87c56e93c6" providerId="LiveId" clId="{181EE39D-75D9-47BC-9D7B-86C792814332}" dt="2025-04-30T21:20:31.794" v="538" actId="27636"/>
        <pc:sldMkLst>
          <pc:docMk/>
          <pc:sldMk cId="3704476869" sldId="518"/>
        </pc:sldMkLst>
      </pc:sldChg>
      <pc:sldChg chg="del">
        <pc:chgData name="Shachar Lovett" userId="0c6d1e87c56e93c6" providerId="LiveId" clId="{181EE39D-75D9-47BC-9D7B-86C792814332}" dt="2025-04-30T20:53:22.966" v="1" actId="47"/>
        <pc:sldMkLst>
          <pc:docMk/>
          <pc:sldMk cId="2256697104" sldId="519"/>
        </pc:sldMkLst>
      </pc:sldChg>
      <pc:sldChg chg="modSp del mod">
        <pc:chgData name="Shachar Lovett" userId="0c6d1e87c56e93c6" providerId="LiveId" clId="{181EE39D-75D9-47BC-9D7B-86C792814332}" dt="2025-04-30T21:15:37.612" v="323" actId="47"/>
        <pc:sldMkLst>
          <pc:docMk/>
          <pc:sldMk cId="3600358985" sldId="520"/>
        </pc:sldMkLst>
      </pc:sldChg>
      <pc:sldChg chg="add">
        <pc:chgData name="Shachar Lovett" userId="0c6d1e87c56e93c6" providerId="LiveId" clId="{181EE39D-75D9-47BC-9D7B-86C792814332}" dt="2025-04-30T21:02:41.497" v="63"/>
        <pc:sldMkLst>
          <pc:docMk/>
          <pc:sldMk cId="2422529369" sldId="522"/>
        </pc:sldMkLst>
      </pc:sldChg>
      <pc:sldChg chg="modSp new mod">
        <pc:chgData name="Shachar Lovett" userId="0c6d1e87c56e93c6" providerId="LiveId" clId="{181EE39D-75D9-47BC-9D7B-86C792814332}" dt="2025-04-30T21:08:55.616" v="248" actId="20577"/>
        <pc:sldMkLst>
          <pc:docMk/>
          <pc:sldMk cId="2471468570" sldId="523"/>
        </pc:sldMkLst>
      </pc:sldChg>
      <pc:sldChg chg="modSp add mod">
        <pc:chgData name="Shachar Lovett" userId="0c6d1e87c56e93c6" providerId="LiveId" clId="{181EE39D-75D9-47BC-9D7B-86C792814332}" dt="2025-04-30T21:12:58.203" v="252" actId="20577"/>
        <pc:sldMkLst>
          <pc:docMk/>
          <pc:sldMk cId="3845523886" sldId="524"/>
        </pc:sldMkLst>
      </pc:sldChg>
      <pc:sldChg chg="modSp add mod">
        <pc:chgData name="Shachar Lovett" userId="0c6d1e87c56e93c6" providerId="LiveId" clId="{181EE39D-75D9-47BC-9D7B-86C792814332}" dt="2025-04-30T21:15:00.302" v="312" actId="20577"/>
        <pc:sldMkLst>
          <pc:docMk/>
          <pc:sldMk cId="3933699210" sldId="525"/>
        </pc:sldMkLst>
      </pc:sldChg>
      <pc:sldChg chg="addSp delSp modSp add mod">
        <pc:chgData name="Shachar Lovett" userId="0c6d1e87c56e93c6" providerId="LiveId" clId="{181EE39D-75D9-47BC-9D7B-86C792814332}" dt="2025-04-30T21:19:01.230" v="531" actId="5793"/>
        <pc:sldMkLst>
          <pc:docMk/>
          <pc:sldMk cId="1916890828" sldId="526"/>
        </pc:sldMkLst>
      </pc:sldChg>
      <pc:sldChg chg="addSp modSp add mod">
        <pc:chgData name="Shachar Lovett" userId="0c6d1e87c56e93c6" providerId="LiveId" clId="{181EE39D-75D9-47BC-9D7B-86C792814332}" dt="2025-04-30T21:19:15.829" v="533" actId="5793"/>
        <pc:sldMkLst>
          <pc:docMk/>
          <pc:sldMk cId="2587481069" sldId="527"/>
        </pc:sldMkLst>
      </pc:sldChg>
    </pc:docChg>
  </pc:docChgLst>
  <pc:docChgLst>
    <pc:chgData name="Shachar Lovett" userId="0c6d1e87c56e93c6" providerId="LiveId" clId="{D115BFFD-887E-493A-9C55-8316AABAD0E9}"/>
    <pc:docChg chg="modSld">
      <pc:chgData name="Shachar Lovett" userId="0c6d1e87c56e93c6" providerId="LiveId" clId="{D115BFFD-887E-493A-9C55-8316AABAD0E9}" dt="2025-09-11T04:32:28.793" v="39" actId="207"/>
      <pc:docMkLst>
        <pc:docMk/>
      </pc:docMkLst>
      <pc:sldChg chg="modSp mod">
        <pc:chgData name="Shachar Lovett" userId="0c6d1e87c56e93c6" providerId="LiveId" clId="{D115BFFD-887E-493A-9C55-8316AABAD0E9}" dt="2025-09-11T04:32:28.793" v="39" actId="207"/>
        <pc:sldMkLst>
          <pc:docMk/>
          <pc:sldMk cId="1882651833" sldId="256"/>
        </pc:sldMkLst>
      </pc:sldChg>
    </pc:docChg>
  </pc:docChgLst>
  <pc:docChgLst>
    <pc:chgData name="Shachar Lovett" userId="0c6d1e87c56e93c6" providerId="LiveId" clId="{C64AD251-8182-485A-AFAA-F94444B0A7EF}"/>
    <pc:docChg chg="modSld">
      <pc:chgData name="Shachar Lovett" userId="0c6d1e87c56e93c6" providerId="LiveId" clId="{C64AD251-8182-485A-AFAA-F94444B0A7EF}" dt="2019-04-01T12:20:08.309" v="0"/>
      <pc:docMkLst>
        <pc:docMk/>
      </pc:docMkLst>
      <pc:sldChg chg="modSp">
        <pc:chgData name="Shachar Lovett" userId="0c6d1e87c56e93c6" providerId="LiveId" clId="{C64AD251-8182-485A-AFAA-F94444B0A7EF}" dt="2019-04-01T12:20:08.309" v="0"/>
        <pc:sldMkLst>
          <pc:docMk/>
          <pc:sldMk cId="1882651833" sldId="25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0AB31C4-761F-4524-91DE-6710FAA18740}" type="datetimeFigureOut">
              <a:rPr lang="en-US" smtClean="0"/>
              <a:t>8/25/2026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05D89B-1B60-4344-8E2A-E814FF666AB8}" type="slidenum">
              <a:rPr lang="en-US" smtClean="0"/>
              <a:t>‹#›</a:t>
            </a:fld>
            <a:endParaRPr lang="en-US"/>
          </a:p>
        </p:txBody>
      </p:sp>
    </p:spTree>
    <p:extLst>
      <p:ext uri="{BB962C8B-B14F-4D97-AF65-F5344CB8AC3E}">
        <p14:creationId xmlns:p14="http://schemas.microsoft.com/office/powerpoint/2010/main" val="25001089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6C417A42-2783-A24B-A807-623ACDB4730E}" type="slidenum">
              <a:rPr lang="en-IL" smtClean="0"/>
              <a:t>8</a:t>
            </a:fld>
            <a:endParaRPr lang="en-IL"/>
          </a:p>
        </p:txBody>
      </p:sp>
    </p:spTree>
    <p:extLst>
      <p:ext uri="{BB962C8B-B14F-4D97-AF65-F5344CB8AC3E}">
        <p14:creationId xmlns:p14="http://schemas.microsoft.com/office/powerpoint/2010/main" val="24647808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028700"/>
            <a:ext cx="7848600" cy="1445419"/>
          </a:xfrm>
        </p:spPr>
        <p:txBody>
          <a:bodyPr anchor="b">
            <a:noAutofit/>
          </a:bodyPr>
          <a:lstStyle>
            <a:lvl1pPr>
              <a:defRPr sz="5400" cap="all" baseline="0"/>
            </a:lvl1pPr>
          </a:lstStyle>
          <a:p>
            <a:r>
              <a:rPr lang="en-CA"/>
              <a:t>Click to edit Master title style</a:t>
            </a:r>
            <a:endParaRPr lang="en-US" dirty="0"/>
          </a:p>
        </p:txBody>
      </p:sp>
      <p:sp>
        <p:nvSpPr>
          <p:cNvPr id="3" name="Subtitle 2"/>
          <p:cNvSpPr>
            <a:spLocks noGrp="1"/>
          </p:cNvSpPr>
          <p:nvPr>
            <p:ph type="subTitle" idx="1"/>
          </p:nvPr>
        </p:nvSpPr>
        <p:spPr>
          <a:xfrm>
            <a:off x="685800" y="2628900"/>
            <a:ext cx="6400800" cy="131445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CA"/>
              <a:t>Click to edit Master subtitle style</a:t>
            </a:r>
            <a:endParaRPr lang="en-US" dirty="0"/>
          </a:p>
        </p:txBody>
      </p:sp>
      <p:sp>
        <p:nvSpPr>
          <p:cNvPr id="4" name="Date Placeholder 3"/>
          <p:cNvSpPr>
            <a:spLocks noGrp="1"/>
          </p:cNvSpPr>
          <p:nvPr>
            <p:ph type="dt" sz="half" idx="10"/>
          </p:nvPr>
        </p:nvSpPr>
        <p:spPr/>
        <p:txBody>
          <a:bodyPr/>
          <a:lstStyle/>
          <a:p>
            <a:fld id="{E30E2307-1E40-4E12-8716-25BFDA8E7013}" type="datetime1">
              <a:rPr lang="en-US" smtClean="0"/>
              <a:pPr/>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54ED01-E2A0-4C1E-8E21-014B99041579}" type="slidenum">
              <a:rPr lang="en-US" smtClean="0"/>
              <a:pPr/>
              <a:t>‹#›</a:t>
            </a:fld>
            <a:endParaRPr lang="en-US"/>
          </a:p>
        </p:txBody>
      </p:sp>
      <p:cxnSp>
        <p:nvCxnSpPr>
          <p:cNvPr id="8" name="Straight Connector 7"/>
          <p:cNvCxnSpPr/>
          <p:nvPr/>
        </p:nvCxnSpPr>
        <p:spPr>
          <a:xfrm>
            <a:off x="685800" y="2548890"/>
            <a:ext cx="7848600" cy="1191"/>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Click to edit Master title style</a:t>
            </a:r>
            <a:endParaRPr lang="en-US"/>
          </a:p>
        </p:txBody>
      </p:sp>
      <p:sp>
        <p:nvSpPr>
          <p:cNvPr id="3" name="Content Placeholder 2"/>
          <p:cNvSpPr>
            <a:spLocks noGrp="1"/>
          </p:cNvSpPr>
          <p:nvPr>
            <p:ph idx="1"/>
          </p:nvPr>
        </p:nvSpPr>
        <p:spPr/>
        <p:txBody>
          <a:body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4" name="Date Placeholder 3"/>
          <p:cNvSpPr>
            <a:spLocks noGrp="1"/>
          </p:cNvSpPr>
          <p:nvPr>
            <p:ph type="dt" sz="half" idx="10"/>
          </p:nvPr>
        </p:nvSpPr>
        <p:spPr/>
        <p:txBody>
          <a:bodyPr/>
          <a:lstStyle/>
          <a:p>
            <a:fld id="{6396A3A3-94A6-4E5B-AF39-173ACA3E61CC}" type="datetime2">
              <a:rPr lang="en-US" smtClean="0"/>
              <a:t>Tuesday, August 25, 2026</a:t>
            </a:fld>
            <a:endParaRPr lang="en-US"/>
          </a:p>
        </p:txBody>
      </p:sp>
      <p:sp>
        <p:nvSpPr>
          <p:cNvPr id="5" name="Footer Placeholder 4"/>
          <p:cNvSpPr>
            <a:spLocks noGrp="1"/>
          </p:cNvSpPr>
          <p:nvPr>
            <p:ph type="ftr" sz="quarter" idx="11"/>
          </p:nvPr>
        </p:nvSpPr>
        <p:spPr/>
        <p:txBody>
          <a:bodyPr/>
          <a:lstStyle/>
          <a:p>
            <a:pPr algn="r"/>
            <a:endParaRPr lang="en-US" dirty="0"/>
          </a:p>
        </p:txBody>
      </p:sp>
      <p:sp>
        <p:nvSpPr>
          <p:cNvPr id="6" name="Slide Number Placeholder 5"/>
          <p:cNvSpPr>
            <a:spLocks noGrp="1"/>
          </p:cNvSpPr>
          <p:nvPr>
            <p:ph type="sldNum" sz="quarter" idx="12"/>
          </p:nvPr>
        </p:nvSpPr>
        <p:spPr/>
        <p:txBody>
          <a:bodyPr/>
          <a:lstStyle/>
          <a:p>
            <a:fld id="{0CFEC368-1D7A-4F81-ABF6-AE0E36BAF64C}"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1771651"/>
            <a:ext cx="7772400" cy="1650206"/>
          </a:xfrm>
        </p:spPr>
        <p:txBody>
          <a:bodyPr anchor="b">
            <a:normAutofit/>
          </a:bodyPr>
          <a:lstStyle>
            <a:lvl1pPr algn="l">
              <a:defRPr sz="4800" b="0" cap="all"/>
            </a:lvl1pPr>
          </a:lstStyle>
          <a:p>
            <a:r>
              <a:rPr lang="en-CA"/>
              <a:t>Click to edit Master title style</a:t>
            </a:r>
            <a:endParaRPr lang="en-US" dirty="0"/>
          </a:p>
        </p:txBody>
      </p:sp>
      <p:sp>
        <p:nvSpPr>
          <p:cNvPr id="3" name="Text Placeholder 2"/>
          <p:cNvSpPr>
            <a:spLocks noGrp="1"/>
          </p:cNvSpPr>
          <p:nvPr>
            <p:ph type="body" idx="1"/>
          </p:nvPr>
        </p:nvSpPr>
        <p:spPr>
          <a:xfrm>
            <a:off x="722313" y="3470149"/>
            <a:ext cx="7772400" cy="1125140"/>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CA"/>
              <a:t>Click to edit Master text styles</a:t>
            </a:r>
          </a:p>
        </p:txBody>
      </p:sp>
      <p:sp>
        <p:nvSpPr>
          <p:cNvPr id="4" name="Date Placeholder 3"/>
          <p:cNvSpPr>
            <a:spLocks noGrp="1"/>
          </p:cNvSpPr>
          <p:nvPr>
            <p:ph type="dt" sz="half" idx="10"/>
          </p:nvPr>
        </p:nvSpPr>
        <p:spPr/>
        <p:txBody>
          <a:bodyPr/>
          <a:lstStyle/>
          <a:p>
            <a:fld id="{7B8AEBBE-F8B2-42CF-9895-E86A608384EB}" type="datetime1">
              <a:rPr lang="en-US" smtClean="0"/>
              <a:pPr/>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7D7A59-36E2-48B9-B146-C1E59501F63F}" type="slidenum">
              <a:rPr lang="en-US" smtClean="0"/>
              <a:pPr/>
              <a:t>‹#›</a:t>
            </a:fld>
            <a:endParaRPr lang="en-US"/>
          </a:p>
        </p:txBody>
      </p:sp>
      <p:cxnSp>
        <p:nvCxnSpPr>
          <p:cNvPr id="7" name="Straight Connector 6"/>
          <p:cNvCxnSpPr/>
          <p:nvPr/>
        </p:nvCxnSpPr>
        <p:spPr>
          <a:xfrm>
            <a:off x="731520" y="3449574"/>
            <a:ext cx="7848600" cy="1191"/>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Click to edit Master title style</a:t>
            </a:r>
            <a:endParaRPr lang="en-US"/>
          </a:p>
        </p:txBody>
      </p:sp>
      <p:sp>
        <p:nvSpPr>
          <p:cNvPr id="3" name="Content Placeholder 2"/>
          <p:cNvSpPr>
            <a:spLocks noGrp="1"/>
          </p:cNvSpPr>
          <p:nvPr>
            <p:ph sz="half" idx="1"/>
          </p:nvPr>
        </p:nvSpPr>
        <p:spPr>
          <a:xfrm>
            <a:off x="457200" y="1255014"/>
            <a:ext cx="4038600" cy="353872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dirty="0"/>
          </a:p>
        </p:txBody>
      </p:sp>
      <p:sp>
        <p:nvSpPr>
          <p:cNvPr id="4" name="Content Placeholder 3"/>
          <p:cNvSpPr>
            <a:spLocks noGrp="1"/>
          </p:cNvSpPr>
          <p:nvPr>
            <p:ph sz="half" idx="2"/>
          </p:nvPr>
        </p:nvSpPr>
        <p:spPr>
          <a:xfrm>
            <a:off x="4648200" y="1255014"/>
            <a:ext cx="4038600" cy="353872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dirty="0"/>
          </a:p>
        </p:txBody>
      </p:sp>
      <p:sp>
        <p:nvSpPr>
          <p:cNvPr id="5" name="Date Placeholder 4"/>
          <p:cNvSpPr>
            <a:spLocks noGrp="1"/>
          </p:cNvSpPr>
          <p:nvPr>
            <p:ph type="dt" sz="half" idx="10"/>
          </p:nvPr>
        </p:nvSpPr>
        <p:spPr/>
        <p:txBody>
          <a:bodyPr/>
          <a:lstStyle/>
          <a:p>
            <a:fld id="{CCEBA98F-560C-4997-81C4-81D4D9187EAB}" type="datetime2">
              <a:rPr lang="en-US" smtClean="0"/>
              <a:t>Tuesday, August 25, 2026</a:t>
            </a:fld>
            <a:endParaRPr lang="en-US"/>
          </a:p>
        </p:txBody>
      </p:sp>
      <p:sp>
        <p:nvSpPr>
          <p:cNvPr id="6" name="Footer Placeholder 5"/>
          <p:cNvSpPr>
            <a:spLocks noGrp="1"/>
          </p:cNvSpPr>
          <p:nvPr>
            <p:ph type="ftr" sz="quarter" idx="11"/>
          </p:nvPr>
        </p:nvSpPr>
        <p:spPr/>
        <p:txBody>
          <a:bodyPr/>
          <a:lstStyle/>
          <a:p>
            <a:pPr algn="r"/>
            <a:endParaRPr lang="en-US" dirty="0"/>
          </a:p>
        </p:txBody>
      </p:sp>
      <p:sp>
        <p:nvSpPr>
          <p:cNvPr id="7" name="Slide Number Placeholder 6"/>
          <p:cNvSpPr>
            <a:spLocks noGrp="1"/>
          </p:cNvSpPr>
          <p:nvPr>
            <p:ph type="sldNum" sz="quarter" idx="12"/>
          </p:nvPr>
        </p:nvSpPr>
        <p:spPr/>
        <p:txBody>
          <a:bodyPr/>
          <a:lstStyle/>
          <a:p>
            <a:fld id="{0CFEC368-1D7A-4F81-ABF6-AE0E36BAF64C}"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CA"/>
              <a:t>Click to edit Master title style</a:t>
            </a:r>
            <a:endParaRPr lang="en-US" dirty="0"/>
          </a:p>
        </p:txBody>
      </p:sp>
      <p:sp>
        <p:nvSpPr>
          <p:cNvPr id="3" name="Text Placeholder 2"/>
          <p:cNvSpPr>
            <a:spLocks noGrp="1"/>
          </p:cNvSpPr>
          <p:nvPr>
            <p:ph type="body" idx="1"/>
          </p:nvPr>
        </p:nvSpPr>
        <p:spPr>
          <a:xfrm>
            <a:off x="457200" y="1257300"/>
            <a:ext cx="3931920" cy="47982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Click to edit Master text styles</a:t>
            </a:r>
          </a:p>
        </p:txBody>
      </p:sp>
      <p:sp>
        <p:nvSpPr>
          <p:cNvPr id="4" name="Content Placeholder 3"/>
          <p:cNvSpPr>
            <a:spLocks noGrp="1"/>
          </p:cNvSpPr>
          <p:nvPr>
            <p:ph sz="half" idx="2"/>
          </p:nvPr>
        </p:nvSpPr>
        <p:spPr>
          <a:xfrm>
            <a:off x="457200" y="1828800"/>
            <a:ext cx="3931920"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dirty="0"/>
          </a:p>
        </p:txBody>
      </p:sp>
      <p:sp>
        <p:nvSpPr>
          <p:cNvPr id="5" name="Text Placeholder 4"/>
          <p:cNvSpPr>
            <a:spLocks noGrp="1"/>
          </p:cNvSpPr>
          <p:nvPr>
            <p:ph type="body" sz="quarter" idx="3"/>
          </p:nvPr>
        </p:nvSpPr>
        <p:spPr>
          <a:xfrm>
            <a:off x="4754880" y="1257300"/>
            <a:ext cx="3931920" cy="47982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Click to edit Master text styles</a:t>
            </a:r>
          </a:p>
        </p:txBody>
      </p:sp>
      <p:sp>
        <p:nvSpPr>
          <p:cNvPr id="6" name="Content Placeholder 5"/>
          <p:cNvSpPr>
            <a:spLocks noGrp="1"/>
          </p:cNvSpPr>
          <p:nvPr>
            <p:ph sz="quarter" idx="4"/>
          </p:nvPr>
        </p:nvSpPr>
        <p:spPr>
          <a:xfrm>
            <a:off x="4754880" y="1828800"/>
            <a:ext cx="3931920"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dirty="0"/>
          </a:p>
        </p:txBody>
      </p:sp>
      <p:sp>
        <p:nvSpPr>
          <p:cNvPr id="7" name="Date Placeholder 6"/>
          <p:cNvSpPr>
            <a:spLocks noGrp="1"/>
          </p:cNvSpPr>
          <p:nvPr>
            <p:ph type="dt" sz="half" idx="10"/>
          </p:nvPr>
        </p:nvSpPr>
        <p:spPr/>
        <p:txBody>
          <a:bodyPr/>
          <a:lstStyle/>
          <a:p>
            <a:fld id="{150972B2-CA5C-437D-87D0-8081271A9E4B}" type="datetime2">
              <a:rPr lang="en-US" smtClean="0"/>
              <a:t>Tuesday, August 25, 2026</a:t>
            </a:fld>
            <a:endParaRPr lang="en-US"/>
          </a:p>
        </p:txBody>
      </p:sp>
      <p:sp>
        <p:nvSpPr>
          <p:cNvPr id="8" name="Footer Placeholder 7"/>
          <p:cNvSpPr>
            <a:spLocks noGrp="1"/>
          </p:cNvSpPr>
          <p:nvPr>
            <p:ph type="ftr" sz="quarter" idx="11"/>
          </p:nvPr>
        </p:nvSpPr>
        <p:spPr/>
        <p:txBody>
          <a:bodyPr/>
          <a:lstStyle/>
          <a:p>
            <a:pPr algn="r"/>
            <a:endParaRPr lang="en-US" dirty="0"/>
          </a:p>
        </p:txBody>
      </p:sp>
      <p:sp>
        <p:nvSpPr>
          <p:cNvPr id="9" name="Slide Number Placeholder 8"/>
          <p:cNvSpPr>
            <a:spLocks noGrp="1"/>
          </p:cNvSpPr>
          <p:nvPr>
            <p:ph type="sldNum" sz="quarter" idx="12"/>
          </p:nvPr>
        </p:nvSpPr>
        <p:spPr/>
        <p:txBody>
          <a:bodyPr/>
          <a:lstStyle/>
          <a:p>
            <a:fld id="{0CFEC368-1D7A-4F81-ABF6-AE0E36BAF64C}" type="slidenum">
              <a:rPr lang="en-US" smtClean="0"/>
              <a:pPr/>
              <a:t>‹#›</a:t>
            </a:fld>
            <a:endParaRPr lang="en-US"/>
          </a:p>
        </p:txBody>
      </p:sp>
      <p:cxnSp>
        <p:nvCxnSpPr>
          <p:cNvPr id="11" name="Straight Connector 10"/>
          <p:cNvCxnSpPr/>
          <p:nvPr/>
        </p:nvCxnSpPr>
        <p:spPr>
          <a:xfrm rot="5400000">
            <a:off x="2806462" y="3034268"/>
            <a:ext cx="353187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Click to edit Master title style</a:t>
            </a:r>
            <a:endParaRPr lang="en-US"/>
          </a:p>
        </p:txBody>
      </p:sp>
      <p:sp>
        <p:nvSpPr>
          <p:cNvPr id="3" name="Date Placeholder 2"/>
          <p:cNvSpPr>
            <a:spLocks noGrp="1"/>
          </p:cNvSpPr>
          <p:nvPr>
            <p:ph type="dt" sz="half" idx="10"/>
          </p:nvPr>
        </p:nvSpPr>
        <p:spPr/>
        <p:txBody>
          <a:bodyPr/>
          <a:lstStyle/>
          <a:p>
            <a:fld id="{79CD4847-11EF-4466-A8AD-85CDB7B49118}" type="datetime2">
              <a:rPr lang="en-US" smtClean="0"/>
              <a:t>Tuesday, August 25, 2026</a:t>
            </a:fld>
            <a:endParaRPr lang="en-US"/>
          </a:p>
        </p:txBody>
      </p:sp>
      <p:sp>
        <p:nvSpPr>
          <p:cNvPr id="4" name="Footer Placeholder 3"/>
          <p:cNvSpPr>
            <a:spLocks noGrp="1"/>
          </p:cNvSpPr>
          <p:nvPr>
            <p:ph type="ftr" sz="quarter" idx="11"/>
          </p:nvPr>
        </p:nvSpPr>
        <p:spPr/>
        <p:txBody>
          <a:bodyPr/>
          <a:lstStyle/>
          <a:p>
            <a:pPr algn="r"/>
            <a:endParaRPr lang="en-US" dirty="0"/>
          </a:p>
        </p:txBody>
      </p:sp>
      <p:sp>
        <p:nvSpPr>
          <p:cNvPr id="5" name="Slide Number Placeholder 4"/>
          <p:cNvSpPr>
            <a:spLocks noGrp="1"/>
          </p:cNvSpPr>
          <p:nvPr>
            <p:ph type="sldNum" sz="quarter" idx="12"/>
          </p:nvPr>
        </p:nvSpPr>
        <p:spPr/>
        <p:txBody>
          <a:bodyPr/>
          <a:lstStyle/>
          <a:p>
            <a:fld id="{0CFEC368-1D7A-4F81-ABF6-AE0E36BAF64C}"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168457A-3AB9-4880-8A0C-9F8524491207}" type="datetime2">
              <a:rPr lang="en-US" smtClean="0"/>
              <a:t>Tuesday, August 25, 2026</a:t>
            </a:fld>
            <a:endParaRPr lang="en-US"/>
          </a:p>
        </p:txBody>
      </p:sp>
      <p:sp>
        <p:nvSpPr>
          <p:cNvPr id="3" name="Footer Placeholder 2"/>
          <p:cNvSpPr>
            <a:spLocks noGrp="1"/>
          </p:cNvSpPr>
          <p:nvPr>
            <p:ph type="ftr" sz="quarter" idx="11"/>
          </p:nvPr>
        </p:nvSpPr>
        <p:spPr/>
        <p:txBody>
          <a:bodyPr/>
          <a:lstStyle/>
          <a:p>
            <a:pPr algn="r"/>
            <a:endParaRPr lang="en-US" dirty="0"/>
          </a:p>
        </p:txBody>
      </p:sp>
      <p:sp>
        <p:nvSpPr>
          <p:cNvPr id="4" name="Slide Number Placeholder 3"/>
          <p:cNvSpPr>
            <a:spLocks noGrp="1"/>
          </p:cNvSpPr>
          <p:nvPr>
            <p:ph type="sldNum" sz="quarter" idx="12"/>
          </p:nvPr>
        </p:nvSpPr>
        <p:spPr/>
        <p:txBody>
          <a:bodyPr/>
          <a:lstStyle/>
          <a:p>
            <a:fld id="{0CFEC368-1D7A-4F81-ABF6-AE0E36BAF64C}"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594060"/>
            <a:ext cx="2139696" cy="946404"/>
          </a:xfrm>
        </p:spPr>
        <p:txBody>
          <a:bodyPr anchor="b">
            <a:noAutofit/>
          </a:bodyPr>
          <a:lstStyle>
            <a:lvl1pPr algn="l">
              <a:defRPr sz="2400" b="0"/>
            </a:lvl1pPr>
          </a:lstStyle>
          <a:p>
            <a:r>
              <a:rPr lang="en-CA"/>
              <a:t>Click to edit Master title style</a:t>
            </a:r>
            <a:endParaRPr lang="en-US" dirty="0"/>
          </a:p>
        </p:txBody>
      </p:sp>
      <p:sp>
        <p:nvSpPr>
          <p:cNvPr id="3" name="Content Placeholder 2"/>
          <p:cNvSpPr>
            <a:spLocks noGrp="1"/>
          </p:cNvSpPr>
          <p:nvPr>
            <p:ph idx="1"/>
          </p:nvPr>
        </p:nvSpPr>
        <p:spPr>
          <a:xfrm>
            <a:off x="2971800" y="594060"/>
            <a:ext cx="5715000" cy="418338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dirty="0"/>
          </a:p>
        </p:txBody>
      </p:sp>
      <p:sp>
        <p:nvSpPr>
          <p:cNvPr id="4" name="Text Placeholder 3"/>
          <p:cNvSpPr>
            <a:spLocks noGrp="1"/>
          </p:cNvSpPr>
          <p:nvPr>
            <p:ph type="body" sz="half" idx="2"/>
          </p:nvPr>
        </p:nvSpPr>
        <p:spPr>
          <a:xfrm>
            <a:off x="457201" y="1597915"/>
            <a:ext cx="2139696" cy="318271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CA"/>
              <a:t>Click to edit Master text styles</a:t>
            </a:r>
          </a:p>
        </p:txBody>
      </p:sp>
      <p:sp>
        <p:nvSpPr>
          <p:cNvPr id="5" name="Date Placeholder 4"/>
          <p:cNvSpPr>
            <a:spLocks noGrp="1"/>
          </p:cNvSpPr>
          <p:nvPr>
            <p:ph type="dt" sz="half" idx="10"/>
          </p:nvPr>
        </p:nvSpPr>
        <p:spPr/>
        <p:txBody>
          <a:bodyPr/>
          <a:lstStyle/>
          <a:p>
            <a:fld id="{3FE976D3-5B7F-4300-ABED-C91F1B2AE209}" type="datetime2">
              <a:rPr lang="en-US" smtClean="0"/>
              <a:t>Tuesday, August 25, 2026</a:t>
            </a:fld>
            <a:endParaRPr lang="en-US"/>
          </a:p>
        </p:txBody>
      </p:sp>
      <p:sp>
        <p:nvSpPr>
          <p:cNvPr id="6" name="Footer Placeholder 5"/>
          <p:cNvSpPr>
            <a:spLocks noGrp="1"/>
          </p:cNvSpPr>
          <p:nvPr>
            <p:ph type="ftr" sz="quarter" idx="11"/>
          </p:nvPr>
        </p:nvSpPr>
        <p:spPr/>
        <p:txBody>
          <a:bodyPr/>
          <a:lstStyle/>
          <a:p>
            <a:pPr algn="r"/>
            <a:endParaRPr lang="en-US" dirty="0"/>
          </a:p>
        </p:txBody>
      </p:sp>
      <p:sp>
        <p:nvSpPr>
          <p:cNvPr id="7" name="Slide Number Placeholder 6"/>
          <p:cNvSpPr>
            <a:spLocks noGrp="1"/>
          </p:cNvSpPr>
          <p:nvPr>
            <p:ph type="sldNum" sz="quarter" idx="12"/>
          </p:nvPr>
        </p:nvSpPr>
        <p:spPr/>
        <p:txBody>
          <a:bodyPr/>
          <a:lstStyle/>
          <a:p>
            <a:fld id="{2754ED01-E2A0-4C1E-8E21-014B99041579}" type="slidenum">
              <a:rPr lang="en-US" smtClean="0"/>
              <a:pPr/>
              <a:t>‹#›</a:t>
            </a:fld>
            <a:endParaRPr lang="en-US" dirty="0"/>
          </a:p>
        </p:txBody>
      </p:sp>
      <p:cxnSp>
        <p:nvCxnSpPr>
          <p:cNvPr id="9" name="Straight Connector 8"/>
          <p:cNvCxnSpPr/>
          <p:nvPr/>
        </p:nvCxnSpPr>
        <p:spPr>
          <a:xfrm rot="5400000">
            <a:off x="684114" y="2684956"/>
            <a:ext cx="418338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594360"/>
            <a:ext cx="2142680" cy="948690"/>
          </a:xfrm>
        </p:spPr>
        <p:txBody>
          <a:bodyPr anchor="b">
            <a:normAutofit/>
          </a:bodyPr>
          <a:lstStyle>
            <a:lvl1pPr algn="l">
              <a:defRPr sz="2400" b="0"/>
            </a:lvl1pPr>
          </a:lstStyle>
          <a:p>
            <a:r>
              <a:rPr lang="en-CA"/>
              <a:t>Click to edit Master title style</a:t>
            </a:r>
            <a:endParaRPr lang="en-US" dirty="0"/>
          </a:p>
        </p:txBody>
      </p:sp>
      <p:sp>
        <p:nvSpPr>
          <p:cNvPr id="3" name="Picture Placeholder 2"/>
          <p:cNvSpPr>
            <a:spLocks noGrp="1"/>
          </p:cNvSpPr>
          <p:nvPr>
            <p:ph type="pic" idx="1"/>
          </p:nvPr>
        </p:nvSpPr>
        <p:spPr>
          <a:xfrm>
            <a:off x="2858610" y="628651"/>
            <a:ext cx="5904390" cy="4125342"/>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CA"/>
              <a:t>Drag picture to placeholder or click icon to add</a:t>
            </a:r>
            <a:endParaRPr lang="en-US" dirty="0"/>
          </a:p>
        </p:txBody>
      </p:sp>
      <p:sp>
        <p:nvSpPr>
          <p:cNvPr id="4" name="Text Placeholder 3"/>
          <p:cNvSpPr>
            <a:spLocks noGrp="1"/>
          </p:cNvSpPr>
          <p:nvPr>
            <p:ph type="body" sz="half" idx="2"/>
          </p:nvPr>
        </p:nvSpPr>
        <p:spPr>
          <a:xfrm>
            <a:off x="457200" y="1600200"/>
            <a:ext cx="2139696" cy="31821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CA"/>
              <a:t>Click to edit Master text styles</a:t>
            </a:r>
          </a:p>
        </p:txBody>
      </p:sp>
      <p:sp>
        <p:nvSpPr>
          <p:cNvPr id="5" name="Date Placeholder 4"/>
          <p:cNvSpPr>
            <a:spLocks noGrp="1"/>
          </p:cNvSpPr>
          <p:nvPr>
            <p:ph type="dt" sz="half" idx="10"/>
          </p:nvPr>
        </p:nvSpPr>
        <p:spPr/>
        <p:txBody>
          <a:bodyPr/>
          <a:lstStyle/>
          <a:p>
            <a:fld id="{EBDC1E59-17DD-41CE-97CA-624A472382D4}" type="datetime2">
              <a:rPr lang="en-US" smtClean="0"/>
              <a:t>Tuesday, August 25, 2026</a:t>
            </a:fld>
            <a:endParaRPr lang="en-US"/>
          </a:p>
        </p:txBody>
      </p:sp>
      <p:sp>
        <p:nvSpPr>
          <p:cNvPr id="6" name="Footer Placeholder 5"/>
          <p:cNvSpPr>
            <a:spLocks noGrp="1"/>
          </p:cNvSpPr>
          <p:nvPr>
            <p:ph type="ftr" sz="quarter" idx="11"/>
          </p:nvPr>
        </p:nvSpPr>
        <p:spPr/>
        <p:txBody>
          <a:bodyPr/>
          <a:lstStyle/>
          <a:p>
            <a:pPr algn="r"/>
            <a:endParaRPr lang="en-US" dirty="0"/>
          </a:p>
        </p:txBody>
      </p:sp>
      <p:sp>
        <p:nvSpPr>
          <p:cNvPr id="7" name="Slide Number Placeholder 6"/>
          <p:cNvSpPr>
            <a:spLocks noGrp="1"/>
          </p:cNvSpPr>
          <p:nvPr>
            <p:ph type="sldNum" sz="quarter" idx="12"/>
          </p:nvPr>
        </p:nvSpPr>
        <p:spPr/>
        <p:txBody>
          <a:bodyPr/>
          <a:lstStyle/>
          <a:p>
            <a:fld id="{0CFEC368-1D7A-4F81-ABF6-AE0E36BAF64C}"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4" name="Date Placeholder 3"/>
          <p:cNvSpPr>
            <a:spLocks noGrp="1"/>
          </p:cNvSpPr>
          <p:nvPr>
            <p:ph type="dt" sz="half" idx="10"/>
          </p:nvPr>
        </p:nvSpPr>
        <p:spPr/>
        <p:txBody>
          <a:bodyPr/>
          <a:lstStyle/>
          <a:p>
            <a:fld id="{8CC057FC-95B6-4D89-AFDA-ABA33EE921E5}" type="datetime2">
              <a:rPr lang="en-US" smtClean="0"/>
              <a:t>Tuesday, August 25, 2026</a:t>
            </a:fld>
            <a:endParaRPr lang="en-US"/>
          </a:p>
        </p:txBody>
      </p:sp>
      <p:sp>
        <p:nvSpPr>
          <p:cNvPr id="5" name="Footer Placeholder 4"/>
          <p:cNvSpPr>
            <a:spLocks noGrp="1"/>
          </p:cNvSpPr>
          <p:nvPr>
            <p:ph type="ftr" sz="quarter" idx="11"/>
          </p:nvPr>
        </p:nvSpPr>
        <p:spPr/>
        <p:txBody>
          <a:bodyPr/>
          <a:lstStyle/>
          <a:p>
            <a:pPr algn="r"/>
            <a:endParaRPr lang="en-US" dirty="0"/>
          </a:p>
        </p:txBody>
      </p:sp>
      <p:sp>
        <p:nvSpPr>
          <p:cNvPr id="6" name="Slide Number Placeholder 5"/>
          <p:cNvSpPr>
            <a:spLocks noGrp="1"/>
          </p:cNvSpPr>
          <p:nvPr>
            <p:ph type="sldNum" sz="quarter" idx="12"/>
          </p:nvPr>
        </p:nvSpPr>
        <p:spPr/>
        <p:txBody>
          <a:bodyPr/>
          <a:lstStyle/>
          <a:p>
            <a:fld id="{0CFEC368-1D7A-4F81-ABF6-AE0E36BAF64C}"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457200"/>
            <a:ext cx="2057400" cy="4400550"/>
          </a:xfrm>
        </p:spPr>
        <p:txBody>
          <a:bodyPr vert="eaVert" anchor="b"/>
          <a:lstStyle/>
          <a:p>
            <a:r>
              <a:rPr lang="en-CA"/>
              <a:t>Click to edit Master title style</a:t>
            </a:r>
            <a:endParaRPr lang="en-US" dirty="0"/>
          </a:p>
        </p:txBody>
      </p:sp>
      <p:sp>
        <p:nvSpPr>
          <p:cNvPr id="3" name="Vertical Text Placeholder 2"/>
          <p:cNvSpPr>
            <a:spLocks noGrp="1"/>
          </p:cNvSpPr>
          <p:nvPr>
            <p:ph type="body" orient="vert" idx="1"/>
          </p:nvPr>
        </p:nvSpPr>
        <p:spPr>
          <a:xfrm>
            <a:off x="457200" y="457200"/>
            <a:ext cx="6019800" cy="4400550"/>
          </a:xfrm>
        </p:spPr>
        <p:txBody>
          <a:bodyPr vert="eaVert"/>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dirty="0"/>
          </a:p>
        </p:txBody>
      </p:sp>
      <p:sp>
        <p:nvSpPr>
          <p:cNvPr id="4" name="Date Placeholder 3"/>
          <p:cNvSpPr>
            <a:spLocks noGrp="1"/>
          </p:cNvSpPr>
          <p:nvPr>
            <p:ph type="dt" sz="half" idx="10"/>
          </p:nvPr>
        </p:nvSpPr>
        <p:spPr/>
        <p:txBody>
          <a:bodyPr/>
          <a:lstStyle/>
          <a:p>
            <a:fld id="{EC4549AC-EB31-477F-92A9-B1988E232878}" type="datetime2">
              <a:rPr lang="en-US" smtClean="0"/>
              <a:t>Tuesday, August 25, 2026</a:t>
            </a:fld>
            <a:endParaRPr lang="en-US"/>
          </a:p>
        </p:txBody>
      </p:sp>
      <p:sp>
        <p:nvSpPr>
          <p:cNvPr id="5" name="Footer Placeholder 4"/>
          <p:cNvSpPr>
            <a:spLocks noGrp="1"/>
          </p:cNvSpPr>
          <p:nvPr>
            <p:ph type="ftr" sz="quarter" idx="11"/>
          </p:nvPr>
        </p:nvSpPr>
        <p:spPr/>
        <p:txBody>
          <a:bodyPr/>
          <a:lstStyle/>
          <a:p>
            <a:pPr algn="r"/>
            <a:endParaRPr lang="en-US" dirty="0"/>
          </a:p>
        </p:txBody>
      </p:sp>
      <p:sp>
        <p:nvSpPr>
          <p:cNvPr id="6" name="Slide Number Placeholder 5"/>
          <p:cNvSpPr>
            <a:spLocks noGrp="1"/>
          </p:cNvSpPr>
          <p:nvPr>
            <p:ph type="sldNum" sz="quarter" idx="12"/>
          </p:nvPr>
        </p:nvSpPr>
        <p:spPr/>
        <p:txBody>
          <a:bodyPr/>
          <a:lstStyle/>
          <a:p>
            <a:fld id="{0CFEC368-1D7A-4F81-ABF6-AE0E36BAF64C}"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165590"/>
            <a:ext cx="9144000" cy="17145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57200" y="400050"/>
            <a:ext cx="8229600" cy="742950"/>
          </a:xfrm>
          <a:prstGeom prst="rect">
            <a:avLst/>
          </a:prstGeom>
        </p:spPr>
        <p:txBody>
          <a:bodyPr vert="horz" lIns="91440" tIns="45720" rIns="91440" bIns="45720" rtlCol="0" anchor="ctr">
            <a:normAutofit/>
          </a:bodyPr>
          <a:lstStyle/>
          <a:p>
            <a:r>
              <a:rPr lang="en-CA"/>
              <a:t>Click to edit Master title style</a:t>
            </a:r>
            <a:endParaRPr lang="en-US" dirty="0"/>
          </a:p>
        </p:txBody>
      </p:sp>
      <p:sp>
        <p:nvSpPr>
          <p:cNvPr id="3" name="Text Placeholder 2"/>
          <p:cNvSpPr>
            <a:spLocks noGrp="1"/>
          </p:cNvSpPr>
          <p:nvPr>
            <p:ph type="body" idx="1"/>
          </p:nvPr>
        </p:nvSpPr>
        <p:spPr>
          <a:xfrm>
            <a:off x="457200" y="1200150"/>
            <a:ext cx="8229600" cy="3657600"/>
          </a:xfrm>
          <a:prstGeom prst="rect">
            <a:avLst/>
          </a:prstGeom>
        </p:spPr>
        <p:txBody>
          <a:bodyPr vert="horz" lIns="91440" tIns="45720" rIns="91440" bIns="45720" rtlCol="0">
            <a:normAutofit/>
          </a:bodyPr>
          <a:lstStyle/>
          <a:p>
            <a:pPr lvl="0"/>
            <a:r>
              <a:rPr lang="en-CA" dirty="0"/>
              <a:t>Click to edit Master text styles</a:t>
            </a:r>
          </a:p>
          <a:p>
            <a:pPr lvl="1"/>
            <a:r>
              <a:rPr lang="en-CA" dirty="0"/>
              <a:t>Second level</a:t>
            </a:r>
          </a:p>
          <a:p>
            <a:pPr lvl="2"/>
            <a:r>
              <a:rPr lang="en-CA" dirty="0"/>
              <a:t>Third level</a:t>
            </a:r>
          </a:p>
          <a:p>
            <a:pPr lvl="3"/>
            <a:r>
              <a:rPr lang="en-CA" dirty="0"/>
              <a:t>Fourth level</a:t>
            </a:r>
          </a:p>
          <a:p>
            <a:pPr lvl="4"/>
            <a:r>
              <a:rPr lang="en-CA" dirty="0"/>
              <a:t>Fifth level</a:t>
            </a:r>
            <a:endParaRPr lang="en-US" dirty="0"/>
          </a:p>
        </p:txBody>
      </p:sp>
      <p:sp>
        <p:nvSpPr>
          <p:cNvPr id="7" name="Rectangle 6"/>
          <p:cNvSpPr/>
          <p:nvPr/>
        </p:nvSpPr>
        <p:spPr>
          <a:xfrm>
            <a:off x="0" y="0"/>
            <a:ext cx="9144000" cy="2743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2"/>
          </p:nvPr>
        </p:nvSpPr>
        <p:spPr>
          <a:xfrm>
            <a:off x="457200" y="13716"/>
            <a:ext cx="2895600" cy="246888"/>
          </a:xfrm>
          <a:prstGeom prst="rect">
            <a:avLst/>
          </a:prstGeom>
        </p:spPr>
        <p:txBody>
          <a:bodyPr vert="horz" lIns="91440" tIns="45720" rIns="91440" bIns="45720" rtlCol="0" anchor="ctr"/>
          <a:lstStyle>
            <a:lvl1pPr algn="l">
              <a:defRPr sz="1200">
                <a:solidFill>
                  <a:srgbClr val="FFFFFF"/>
                </a:solidFill>
              </a:defRPr>
            </a:lvl1pPr>
          </a:lstStyle>
          <a:p>
            <a:fld id="{A80CB818-7379-467D-8E76-EF9D9074A26C}" type="datetime2">
              <a:rPr lang="en-US" smtClean="0"/>
              <a:t>Tuesday, August 25, 2026</a:t>
            </a:fld>
            <a:endParaRPr lang="en-US" dirty="0"/>
          </a:p>
        </p:txBody>
      </p:sp>
      <p:sp>
        <p:nvSpPr>
          <p:cNvPr id="5" name="Footer Placeholder 4"/>
          <p:cNvSpPr>
            <a:spLocks noGrp="1"/>
          </p:cNvSpPr>
          <p:nvPr>
            <p:ph type="ftr" sz="quarter" idx="3"/>
          </p:nvPr>
        </p:nvSpPr>
        <p:spPr>
          <a:xfrm>
            <a:off x="3429000" y="13716"/>
            <a:ext cx="4114800" cy="246888"/>
          </a:xfrm>
          <a:prstGeom prst="rect">
            <a:avLst/>
          </a:prstGeom>
        </p:spPr>
        <p:txBody>
          <a:bodyPr vert="horz" lIns="91440" tIns="45720" rIns="91440" bIns="45720" rtlCol="0" anchor="ctr"/>
          <a:lstStyle>
            <a:lvl1pPr algn="ctr">
              <a:defRPr sz="1200">
                <a:solidFill>
                  <a:srgbClr val="FFFFFF"/>
                </a:solidFill>
              </a:defRPr>
            </a:lvl1pPr>
          </a:lstStyle>
          <a:p>
            <a:pPr algn="r"/>
            <a:endParaRPr lang="en-US" dirty="0"/>
          </a:p>
        </p:txBody>
      </p:sp>
      <p:sp>
        <p:nvSpPr>
          <p:cNvPr id="6" name="Slide Number Placeholder 5"/>
          <p:cNvSpPr>
            <a:spLocks noGrp="1"/>
          </p:cNvSpPr>
          <p:nvPr>
            <p:ph type="sldNum" sz="quarter" idx="4"/>
          </p:nvPr>
        </p:nvSpPr>
        <p:spPr>
          <a:xfrm>
            <a:off x="7620000" y="13716"/>
            <a:ext cx="1066800" cy="246888"/>
          </a:xfrm>
          <a:prstGeom prst="rect">
            <a:avLst/>
          </a:prstGeom>
        </p:spPr>
        <p:txBody>
          <a:bodyPr vert="horz" lIns="91440" tIns="45720" rIns="91440" bIns="45720" rtlCol="0" anchor="ctr"/>
          <a:lstStyle>
            <a:lvl1pPr algn="l">
              <a:defRPr sz="1400" b="1">
                <a:solidFill>
                  <a:srgbClr val="FFFFFF"/>
                </a:solidFill>
              </a:defRPr>
            </a:lvl1pPr>
          </a:lstStyle>
          <a:p>
            <a:fld id="{0CFEC368-1D7A-4F81-ABF6-AE0E36BAF64C}"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4169" r:id="rId1"/>
    <p:sldLayoutId id="2147484170" r:id="rId2"/>
    <p:sldLayoutId id="2147484171" r:id="rId3"/>
    <p:sldLayoutId id="2147484172" r:id="rId4"/>
    <p:sldLayoutId id="2147484173" r:id="rId5"/>
    <p:sldLayoutId id="2147484174" r:id="rId6"/>
    <p:sldLayoutId id="2147484175" r:id="rId7"/>
    <p:sldLayoutId id="2147484176" r:id="rId8"/>
    <p:sldLayoutId id="2147484177" r:id="rId9"/>
    <p:sldLayoutId id="2147484178" r:id="rId10"/>
    <p:sldLayoutId id="2147484179" r:id="rId11"/>
  </p:sldLayoutIdLst>
  <p:hf sldNum="0" hdr="0" ftr="0" dt="0"/>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685802" y="2628901"/>
            <a:ext cx="7521575" cy="2234159"/>
          </a:xfrm>
        </p:spPr>
        <p:txBody>
          <a:bodyPr>
            <a:normAutofit/>
          </a:bodyPr>
          <a:lstStyle/>
          <a:p>
            <a:r>
              <a:rPr lang="en-US" dirty="0">
                <a:solidFill>
                  <a:srgbClr val="FF0000"/>
                </a:solidFill>
              </a:rPr>
              <a:t>PDAs</a:t>
            </a:r>
          </a:p>
          <a:p>
            <a:endParaRPr lang="en-US" dirty="0"/>
          </a:p>
          <a:p>
            <a:endParaRPr lang="en-US" dirty="0"/>
          </a:p>
          <a:p>
            <a:endParaRPr lang="en-US" dirty="0"/>
          </a:p>
          <a:p>
            <a:r>
              <a:rPr lang="en-US" dirty="0"/>
              <a:t>Summer 2026</a:t>
            </a:r>
          </a:p>
          <a:p>
            <a:endParaRPr lang="en-US" dirty="0"/>
          </a:p>
        </p:txBody>
      </p:sp>
      <p:sp>
        <p:nvSpPr>
          <p:cNvPr id="8" name="Title 1">
            <a:extLst>
              <a:ext uri="{FF2B5EF4-FFF2-40B4-BE49-F238E27FC236}">
                <a16:creationId xmlns:a16="http://schemas.microsoft.com/office/drawing/2014/main" id="{B6B2F1C8-C514-2149-D680-F13FC457550B}"/>
              </a:ext>
            </a:extLst>
          </p:cNvPr>
          <p:cNvSpPr>
            <a:spLocks noGrp="1"/>
          </p:cNvSpPr>
          <p:nvPr>
            <p:ph type="ctrTitle"/>
          </p:nvPr>
        </p:nvSpPr>
        <p:spPr>
          <a:xfrm>
            <a:off x="685800" y="1028700"/>
            <a:ext cx="7975600" cy="1445419"/>
          </a:xfrm>
        </p:spPr>
        <p:txBody>
          <a:bodyPr>
            <a:normAutofit fontScale="90000"/>
          </a:bodyPr>
          <a:lstStyle/>
          <a:p>
            <a:r>
              <a:rPr lang="en-US" dirty="0"/>
              <a:t>CSE 331 </a:t>
            </a:r>
            <a:br>
              <a:rPr lang="en-US" dirty="0"/>
            </a:br>
            <a:r>
              <a:rPr lang="en-US" sz="4400" dirty="0"/>
              <a:t>Automata and computability</a:t>
            </a:r>
          </a:p>
        </p:txBody>
      </p:sp>
    </p:spTree>
    <p:extLst>
      <p:ext uri="{BB962C8B-B14F-4D97-AF65-F5344CB8AC3E}">
        <p14:creationId xmlns:p14="http://schemas.microsoft.com/office/powerpoint/2010/main" val="18826518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Today's learning goals	</a:t>
            </a:r>
            <a:r>
              <a:rPr lang="en-US" sz="2400" dirty="0" err="1"/>
              <a:t>Sipser</a:t>
            </a:r>
            <a:r>
              <a:rPr lang="en-US" sz="2400" dirty="0"/>
              <a:t> Ch 1.4, 2.1</a:t>
            </a:r>
            <a:endParaRPr lang="en-US" dirty="0"/>
          </a:p>
        </p:txBody>
      </p:sp>
      <p:sp>
        <p:nvSpPr>
          <p:cNvPr id="3" name="Content Placeholder 2"/>
          <p:cNvSpPr>
            <a:spLocks noGrp="1"/>
          </p:cNvSpPr>
          <p:nvPr>
            <p:ph idx="1"/>
          </p:nvPr>
        </p:nvSpPr>
        <p:spPr/>
        <p:txBody>
          <a:bodyPr>
            <a:normAutofit/>
          </a:bodyPr>
          <a:lstStyle/>
          <a:p>
            <a:r>
              <a:rPr lang="en-US" dirty="0"/>
              <a:t>Define push down automata</a:t>
            </a:r>
          </a:p>
          <a:p>
            <a:r>
              <a:rPr lang="en-US" dirty="0"/>
              <a:t>Trace the computation of a push down automaton</a:t>
            </a:r>
          </a:p>
          <a:p>
            <a:r>
              <a:rPr lang="en-US" dirty="0"/>
              <a:t>Design a push down automaton recognizing a given language</a:t>
            </a:r>
          </a:p>
          <a:p>
            <a:r>
              <a:rPr lang="en-US" dirty="0"/>
              <a:t>Compare class of regular languages and class of CFLs</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20639636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310768" y="1143000"/>
            <a:ext cx="8647447" cy="3882297"/>
          </a:xfrm>
          <a:prstGeom prst="rect">
            <a:avLst/>
          </a:prstGeom>
          <a:solidFill>
            <a:schemeClr val="tx2"/>
          </a:solidFill>
        </p:spPr>
        <p:style>
          <a:lnRef idx="1">
            <a:schemeClr val="accent1"/>
          </a:lnRef>
          <a:fillRef idx="3">
            <a:schemeClr val="accent1"/>
          </a:fillRef>
          <a:effectRef idx="2">
            <a:schemeClr val="accent1"/>
          </a:effectRef>
          <a:fontRef idx="minor">
            <a:schemeClr val="lt1"/>
          </a:fontRef>
        </p:style>
        <p:txBody>
          <a:bodyPr rtlCol="0" anchor="t"/>
          <a:lstStyle/>
          <a:p>
            <a:pPr algn="ctr"/>
            <a:r>
              <a:rPr lang="en-US"/>
              <a:t>All languages over Σ</a:t>
            </a:r>
          </a:p>
        </p:txBody>
      </p:sp>
      <p:sp>
        <p:nvSpPr>
          <p:cNvPr id="2" name="Title 1"/>
          <p:cNvSpPr>
            <a:spLocks noGrp="1"/>
          </p:cNvSpPr>
          <p:nvPr>
            <p:ph type="title"/>
          </p:nvPr>
        </p:nvSpPr>
        <p:spPr/>
        <p:txBody>
          <a:bodyPr/>
          <a:lstStyle/>
          <a:p>
            <a:r>
              <a:rPr lang="en-US"/>
              <a:t>Birds' eye view</a:t>
            </a:r>
          </a:p>
        </p:txBody>
      </p:sp>
      <p:sp>
        <p:nvSpPr>
          <p:cNvPr id="3" name="Oval 2"/>
          <p:cNvSpPr/>
          <p:nvPr/>
        </p:nvSpPr>
        <p:spPr>
          <a:xfrm>
            <a:off x="1255131" y="1536034"/>
            <a:ext cx="7279761" cy="3337921"/>
          </a:xfrm>
          <a:prstGeom prst="ellipse">
            <a:avLst/>
          </a:prstGeom>
          <a:solidFill>
            <a:schemeClr val="accent1">
              <a:lumMod val="40000"/>
              <a:lumOff val="60000"/>
            </a:schemeClr>
          </a:solidFill>
          <a:ln w="28575" cmpd="sng">
            <a:solidFill>
              <a:schemeClr val="bg1"/>
            </a:solidFill>
            <a:prstDash val="dash"/>
          </a:ln>
        </p:spPr>
        <p:style>
          <a:lnRef idx="1">
            <a:schemeClr val="accent1"/>
          </a:lnRef>
          <a:fillRef idx="3">
            <a:schemeClr val="accent1"/>
          </a:fillRef>
          <a:effectRef idx="2">
            <a:schemeClr val="accent1"/>
          </a:effectRef>
          <a:fontRef idx="minor">
            <a:schemeClr val="lt1"/>
          </a:fontRef>
        </p:style>
        <p:txBody>
          <a:bodyPr rtlCol="0" anchor="t"/>
          <a:lstStyle/>
          <a:p>
            <a:pPr algn="ctr"/>
            <a:r>
              <a:rPr lang="en-US" b="1">
                <a:solidFill>
                  <a:schemeClr val="tx1"/>
                </a:solidFill>
              </a:rPr>
              <a:t>Context-free languages over Σ</a:t>
            </a:r>
          </a:p>
        </p:txBody>
      </p:sp>
      <p:sp>
        <p:nvSpPr>
          <p:cNvPr id="5" name="Oval 4"/>
          <p:cNvSpPr/>
          <p:nvPr/>
        </p:nvSpPr>
        <p:spPr>
          <a:xfrm>
            <a:off x="2126340" y="2643752"/>
            <a:ext cx="5699772" cy="2111367"/>
          </a:xfrm>
          <a:prstGeom prst="ellipse">
            <a:avLst/>
          </a:prstGeom>
          <a:solidFill>
            <a:schemeClr val="accent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t"/>
          <a:lstStyle/>
          <a:p>
            <a:pPr algn="ctr"/>
            <a:r>
              <a:rPr lang="en-US"/>
              <a:t>Regular languages over Σ</a:t>
            </a:r>
          </a:p>
        </p:txBody>
      </p:sp>
      <p:sp>
        <p:nvSpPr>
          <p:cNvPr id="6" name="Oval 5"/>
          <p:cNvSpPr/>
          <p:nvPr/>
        </p:nvSpPr>
        <p:spPr>
          <a:xfrm>
            <a:off x="3036942" y="3485617"/>
            <a:ext cx="3847043" cy="1053361"/>
          </a:xfrm>
          <a:prstGeom prst="ellipse">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t"/>
          <a:lstStyle/>
          <a:p>
            <a:pPr algn="ctr"/>
            <a:r>
              <a:rPr lang="en-US"/>
              <a:t>Finite languages over Σ</a:t>
            </a:r>
          </a:p>
        </p:txBody>
      </p:sp>
    </p:spTree>
    <p:extLst>
      <p:ext uri="{BB962C8B-B14F-4D97-AF65-F5344CB8AC3E}">
        <p14:creationId xmlns:p14="http://schemas.microsoft.com/office/powerpoint/2010/main" val="36187238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An alternative …			</a:t>
            </a:r>
            <a:r>
              <a:rPr lang="en-US" sz="1600" i="1">
                <a:solidFill>
                  <a:schemeClr val="accent6"/>
                </a:solidFill>
              </a:rPr>
              <a:t>Sipser p. 109</a:t>
            </a:r>
            <a:endParaRPr lang="en-US" i="1">
              <a:solidFill>
                <a:schemeClr val="accent6"/>
              </a:solidFill>
            </a:endParaRPr>
          </a:p>
        </p:txBody>
      </p:sp>
      <p:sp>
        <p:nvSpPr>
          <p:cNvPr id="3" name="Content Placeholder 2"/>
          <p:cNvSpPr>
            <a:spLocks noGrp="1"/>
          </p:cNvSpPr>
          <p:nvPr>
            <p:ph idx="1"/>
          </p:nvPr>
        </p:nvSpPr>
        <p:spPr/>
        <p:txBody>
          <a:bodyPr/>
          <a:lstStyle/>
          <a:p>
            <a:r>
              <a:rPr lang="en-US"/>
              <a:t>NFA + stack</a:t>
            </a:r>
          </a:p>
        </p:txBody>
      </p:sp>
      <p:pic>
        <p:nvPicPr>
          <p:cNvPr id="5" name="Picture 4" descr="PDA.pn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3907659" y="1143000"/>
            <a:ext cx="5236341" cy="3927256"/>
          </a:xfrm>
          <a:prstGeom prst="rect">
            <a:avLst/>
          </a:prstGeom>
        </p:spPr>
      </p:pic>
    </p:spTree>
    <p:extLst>
      <p:ext uri="{BB962C8B-B14F-4D97-AF65-F5344CB8AC3E}">
        <p14:creationId xmlns:p14="http://schemas.microsoft.com/office/powerpoint/2010/main" val="11211853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Pushdown automata		</a:t>
            </a:r>
            <a:r>
              <a:rPr lang="en-US" sz="1600" i="1">
                <a:solidFill>
                  <a:schemeClr val="accent6"/>
                </a:solidFill>
              </a:rPr>
              <a:t>Sipser p. 109</a:t>
            </a:r>
            <a:endParaRPr lang="en-US" i="1">
              <a:solidFill>
                <a:schemeClr val="accent6"/>
              </a:solidFill>
            </a:endParaRPr>
          </a:p>
        </p:txBody>
      </p:sp>
      <p:pic>
        <p:nvPicPr>
          <p:cNvPr id="4" name="Picture 3" descr="PDA.pn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3907659" y="1143000"/>
            <a:ext cx="5236341" cy="3927256"/>
          </a:xfrm>
          <a:prstGeom prst="rect">
            <a:avLst/>
          </a:prstGeom>
        </p:spPr>
      </p:pic>
      <p:sp>
        <p:nvSpPr>
          <p:cNvPr id="3" name="Content Placeholder 2"/>
          <p:cNvSpPr>
            <a:spLocks noGrp="1"/>
          </p:cNvSpPr>
          <p:nvPr>
            <p:ph idx="1"/>
          </p:nvPr>
        </p:nvSpPr>
        <p:spPr>
          <a:xfrm>
            <a:off x="457199" y="1200150"/>
            <a:ext cx="4026613" cy="3657600"/>
          </a:xfrm>
        </p:spPr>
        <p:txBody>
          <a:bodyPr>
            <a:normAutofit fontScale="92500"/>
          </a:bodyPr>
          <a:lstStyle/>
          <a:p>
            <a:r>
              <a:rPr lang="en-US"/>
              <a:t>NFA + stack</a:t>
            </a:r>
          </a:p>
          <a:p>
            <a:endParaRPr lang="en-US"/>
          </a:p>
          <a:p>
            <a:pPr marL="0" indent="0">
              <a:buNone/>
            </a:pPr>
            <a:r>
              <a:rPr lang="en-US" i="1"/>
              <a:t>At each step</a:t>
            </a:r>
          </a:p>
          <a:p>
            <a:pPr marL="0" indent="0">
              <a:buNone/>
            </a:pPr>
            <a:r>
              <a:rPr lang="en-US"/>
              <a:t>1. </a:t>
            </a:r>
            <a:r>
              <a:rPr lang="en-US" b="1">
                <a:solidFill>
                  <a:schemeClr val="tx2"/>
                </a:solidFill>
              </a:rPr>
              <a:t>Transition</a:t>
            </a:r>
            <a:r>
              <a:rPr lang="en-US"/>
              <a:t> to new state based on current state, letter read, </a:t>
            </a:r>
            <a:r>
              <a:rPr lang="en-US">
                <a:solidFill>
                  <a:schemeClr val="accent1"/>
                </a:solidFill>
              </a:rPr>
              <a:t>and</a:t>
            </a:r>
            <a:r>
              <a:rPr lang="en-US"/>
              <a:t> top letter of stack.</a:t>
            </a:r>
          </a:p>
          <a:p>
            <a:pPr marL="0" indent="0">
              <a:buNone/>
            </a:pPr>
            <a:r>
              <a:rPr lang="en-US"/>
              <a:t>2. (Possibly) </a:t>
            </a:r>
            <a:r>
              <a:rPr lang="en-US" b="1">
                <a:solidFill>
                  <a:schemeClr val="tx2"/>
                </a:solidFill>
              </a:rPr>
              <a:t>push or pop</a:t>
            </a:r>
            <a:r>
              <a:rPr lang="en-US">
                <a:solidFill>
                  <a:schemeClr val="tx2"/>
                </a:solidFill>
              </a:rPr>
              <a:t> </a:t>
            </a:r>
            <a:r>
              <a:rPr lang="en-US"/>
              <a:t>a letter to (or from) top of stack</a:t>
            </a:r>
          </a:p>
        </p:txBody>
      </p:sp>
    </p:spTree>
    <p:extLst>
      <p:ext uri="{BB962C8B-B14F-4D97-AF65-F5344CB8AC3E}">
        <p14:creationId xmlns:p14="http://schemas.microsoft.com/office/powerpoint/2010/main" val="1291460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Pushdown automata		</a:t>
            </a:r>
            <a:r>
              <a:rPr lang="en-US" sz="1600" i="1">
                <a:solidFill>
                  <a:schemeClr val="accent6"/>
                </a:solidFill>
              </a:rPr>
              <a:t>Sipser p. 109</a:t>
            </a:r>
            <a:endParaRPr lang="en-US" i="1">
              <a:solidFill>
                <a:schemeClr val="accent6"/>
              </a:solidFill>
            </a:endParaRPr>
          </a:p>
        </p:txBody>
      </p:sp>
      <p:pic>
        <p:nvPicPr>
          <p:cNvPr id="4" name="Picture 3" descr="PDA.pn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3907659" y="1143000"/>
            <a:ext cx="5236341" cy="3927256"/>
          </a:xfrm>
          <a:prstGeom prst="rect">
            <a:avLst/>
          </a:prstGeom>
        </p:spPr>
      </p:pic>
      <p:sp>
        <p:nvSpPr>
          <p:cNvPr id="3" name="Content Placeholder 2"/>
          <p:cNvSpPr>
            <a:spLocks noGrp="1"/>
          </p:cNvSpPr>
          <p:nvPr>
            <p:ph idx="1"/>
          </p:nvPr>
        </p:nvSpPr>
        <p:spPr>
          <a:xfrm>
            <a:off x="457199" y="1200150"/>
            <a:ext cx="4026613" cy="3657600"/>
          </a:xfrm>
        </p:spPr>
        <p:txBody>
          <a:bodyPr>
            <a:normAutofit/>
          </a:bodyPr>
          <a:lstStyle/>
          <a:p>
            <a:r>
              <a:rPr lang="en-US"/>
              <a:t>NFA + stack</a:t>
            </a:r>
          </a:p>
          <a:p>
            <a:endParaRPr lang="en-US"/>
          </a:p>
          <a:p>
            <a:pPr marL="0" indent="0">
              <a:buNone/>
            </a:pPr>
            <a:r>
              <a:rPr lang="en-US" sz="2000" i="1"/>
              <a:t>Accept a string if</a:t>
            </a:r>
          </a:p>
          <a:p>
            <a:pPr marL="0" indent="0">
              <a:buNone/>
            </a:pPr>
            <a:r>
              <a:rPr lang="en-US" sz="2000"/>
              <a:t>there is </a:t>
            </a:r>
            <a:r>
              <a:rPr lang="en-US" sz="2000" b="1">
                <a:solidFill>
                  <a:schemeClr val="tx2"/>
                </a:solidFill>
              </a:rPr>
              <a:t>some </a:t>
            </a:r>
            <a:r>
              <a:rPr lang="en-US" sz="2000"/>
              <a:t>sequence of states and </a:t>
            </a:r>
            <a:r>
              <a:rPr lang="en-US" sz="2000" b="1">
                <a:solidFill>
                  <a:schemeClr val="tx2"/>
                </a:solidFill>
              </a:rPr>
              <a:t>some</a:t>
            </a:r>
            <a:r>
              <a:rPr lang="en-US" sz="2000">
                <a:solidFill>
                  <a:schemeClr val="tx2"/>
                </a:solidFill>
              </a:rPr>
              <a:t> </a:t>
            </a:r>
            <a:r>
              <a:rPr lang="en-US" sz="2000"/>
              <a:t>sequence of stack contents which processes the entire input string and ends in an accepting state.</a:t>
            </a:r>
            <a:endParaRPr lang="en-US" sz="2000">
              <a:solidFill>
                <a:schemeClr val="tx2"/>
              </a:solidFill>
            </a:endParaRPr>
          </a:p>
        </p:txBody>
      </p:sp>
    </p:spTree>
    <p:extLst>
      <p:ext uri="{BB962C8B-B14F-4D97-AF65-F5344CB8AC3E}">
        <p14:creationId xmlns:p14="http://schemas.microsoft.com/office/powerpoint/2010/main" val="35437692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State diagram for PDA		</a:t>
            </a:r>
            <a:r>
              <a:rPr lang="en-US" sz="1600" i="1">
                <a:solidFill>
                  <a:schemeClr val="accent6"/>
                </a:solidFill>
              </a:rPr>
              <a:t>Sipser p. 109</a:t>
            </a:r>
            <a:endParaRPr lang="en-US" i="1">
              <a:solidFill>
                <a:schemeClr val="accent6"/>
              </a:solidFill>
            </a:endParaRPr>
          </a:p>
        </p:txBody>
      </p:sp>
      <p:sp>
        <p:nvSpPr>
          <p:cNvPr id="3" name="Content Placeholder 2"/>
          <p:cNvSpPr>
            <a:spLocks noGrp="1"/>
          </p:cNvSpPr>
          <p:nvPr>
            <p:ph idx="1"/>
          </p:nvPr>
        </p:nvSpPr>
        <p:spPr>
          <a:xfrm>
            <a:off x="457199" y="1200150"/>
            <a:ext cx="8229601" cy="3657600"/>
          </a:xfrm>
        </p:spPr>
        <p:txBody>
          <a:bodyPr>
            <a:normAutofit/>
          </a:bodyPr>
          <a:lstStyle/>
          <a:p>
            <a:pPr marL="0" indent="0">
              <a:buNone/>
            </a:pPr>
            <a:r>
              <a:rPr lang="en-US" dirty="0">
                <a:solidFill>
                  <a:schemeClr val="accent1"/>
                </a:solidFill>
              </a:rPr>
              <a:t>If hand-drawn or in </a:t>
            </a:r>
            <a:r>
              <a:rPr lang="en-US" dirty="0" err="1">
                <a:solidFill>
                  <a:schemeClr val="accent1"/>
                </a:solidFill>
              </a:rPr>
              <a:t>Sipser</a:t>
            </a:r>
            <a:endParaRPr lang="en-US" dirty="0">
              <a:solidFill>
                <a:schemeClr val="accent1"/>
              </a:solidFill>
            </a:endParaRPr>
          </a:p>
          <a:p>
            <a:pPr marL="0" indent="0">
              <a:buNone/>
            </a:pPr>
            <a:r>
              <a:rPr lang="en-US" dirty="0">
                <a:solidFill>
                  <a:srgbClr val="292934"/>
                </a:solidFill>
              </a:rPr>
              <a:t>State transition labelled </a:t>
            </a:r>
            <a:r>
              <a:rPr lang="en-US" dirty="0">
                <a:solidFill>
                  <a:schemeClr val="tx2"/>
                </a:solidFill>
              </a:rPr>
              <a:t>a, b </a:t>
            </a:r>
            <a:r>
              <a:rPr lang="en-US" dirty="0">
                <a:solidFill>
                  <a:schemeClr val="tx2"/>
                </a:solidFill>
                <a:sym typeface="Wingdings"/>
              </a:rPr>
              <a:t> c </a:t>
            </a:r>
            <a:r>
              <a:rPr lang="en-US" dirty="0">
                <a:solidFill>
                  <a:srgbClr val="292934"/>
                </a:solidFill>
                <a:sym typeface="Wingdings"/>
              </a:rPr>
              <a:t>means</a:t>
            </a:r>
          </a:p>
          <a:p>
            <a:pPr marL="0" indent="0">
              <a:buNone/>
            </a:pPr>
            <a:r>
              <a:rPr lang="en-US" i="1" dirty="0">
                <a:solidFill>
                  <a:srgbClr val="292934"/>
                </a:solidFill>
                <a:sym typeface="Wingdings"/>
              </a:rPr>
              <a:t>"when machine reads an a from the input and the top symbol of the stack is a b, it may replace the b with a c."</a:t>
            </a:r>
          </a:p>
          <a:p>
            <a:pPr marL="0" indent="0">
              <a:buNone/>
            </a:pPr>
            <a:endParaRPr lang="en-US" i="1" dirty="0">
              <a:solidFill>
                <a:srgbClr val="292934"/>
              </a:solidFill>
              <a:sym typeface="Wingdings"/>
            </a:endParaRPr>
          </a:p>
          <a:p>
            <a:pPr marL="0" indent="0">
              <a:buNone/>
            </a:pPr>
            <a:endParaRPr lang="en-US" dirty="0">
              <a:solidFill>
                <a:srgbClr val="292934"/>
              </a:solidFill>
            </a:endParaRPr>
          </a:p>
        </p:txBody>
      </p:sp>
    </p:spTree>
    <p:extLst>
      <p:ext uri="{BB962C8B-B14F-4D97-AF65-F5344CB8AC3E}">
        <p14:creationId xmlns:p14="http://schemas.microsoft.com/office/powerpoint/2010/main" val="9011919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State diagram for PDA		</a:t>
            </a:r>
            <a:r>
              <a:rPr lang="en-US" sz="1600" i="1">
                <a:solidFill>
                  <a:schemeClr val="accent6"/>
                </a:solidFill>
              </a:rPr>
              <a:t>Sipser p. 109</a:t>
            </a:r>
            <a:endParaRPr lang="en-US" i="1">
              <a:solidFill>
                <a:schemeClr val="accent6"/>
              </a:solidFill>
            </a:endParaRPr>
          </a:p>
        </p:txBody>
      </p:sp>
      <p:sp>
        <p:nvSpPr>
          <p:cNvPr id="3" name="Content Placeholder 2"/>
          <p:cNvSpPr>
            <a:spLocks noGrp="1"/>
          </p:cNvSpPr>
          <p:nvPr>
            <p:ph idx="1"/>
          </p:nvPr>
        </p:nvSpPr>
        <p:spPr>
          <a:xfrm>
            <a:off x="457199" y="1200150"/>
            <a:ext cx="8229601" cy="3657600"/>
          </a:xfrm>
        </p:spPr>
        <p:txBody>
          <a:bodyPr>
            <a:normAutofit/>
          </a:bodyPr>
          <a:lstStyle/>
          <a:p>
            <a:pPr marL="0" indent="0">
              <a:buNone/>
            </a:pPr>
            <a:r>
              <a:rPr lang="en-US">
                <a:solidFill>
                  <a:schemeClr val="accent1"/>
                </a:solidFill>
              </a:rPr>
              <a:t>If hand-drawn or in Sipser</a:t>
            </a:r>
          </a:p>
          <a:p>
            <a:pPr marL="0" indent="0">
              <a:buNone/>
            </a:pPr>
            <a:r>
              <a:rPr lang="en-US">
                <a:solidFill>
                  <a:srgbClr val="292934"/>
                </a:solidFill>
              </a:rPr>
              <a:t>State transition labelled </a:t>
            </a:r>
            <a:r>
              <a:rPr lang="en-US">
                <a:solidFill>
                  <a:schemeClr val="tx2"/>
                </a:solidFill>
              </a:rPr>
              <a:t>a, b </a:t>
            </a:r>
            <a:r>
              <a:rPr lang="en-US">
                <a:solidFill>
                  <a:schemeClr val="tx2"/>
                </a:solidFill>
                <a:sym typeface="Wingdings"/>
              </a:rPr>
              <a:t> c </a:t>
            </a:r>
            <a:r>
              <a:rPr lang="en-US">
                <a:solidFill>
                  <a:srgbClr val="292934"/>
                </a:solidFill>
                <a:sym typeface="Wingdings"/>
              </a:rPr>
              <a:t>means</a:t>
            </a:r>
          </a:p>
          <a:p>
            <a:pPr marL="0" indent="0">
              <a:buNone/>
            </a:pPr>
            <a:r>
              <a:rPr lang="en-US" i="1">
                <a:solidFill>
                  <a:srgbClr val="292934"/>
                </a:solidFill>
                <a:sym typeface="Wingdings"/>
              </a:rPr>
              <a:t>"when machine reads an a from the input and the top symbol of the stack is a b, it may replace the b with a c."</a:t>
            </a:r>
          </a:p>
          <a:p>
            <a:pPr marL="0" indent="0">
              <a:buNone/>
            </a:pPr>
            <a:endParaRPr lang="en-US">
              <a:solidFill>
                <a:srgbClr val="292934"/>
              </a:solidFill>
            </a:endParaRPr>
          </a:p>
        </p:txBody>
      </p:sp>
      <p:sp>
        <p:nvSpPr>
          <p:cNvPr id="4" name="Rectangle 3"/>
          <p:cNvSpPr/>
          <p:nvPr/>
        </p:nvSpPr>
        <p:spPr>
          <a:xfrm>
            <a:off x="457200" y="3120599"/>
            <a:ext cx="8510426" cy="1737150"/>
          </a:xfrm>
          <a:prstGeom prst="rect">
            <a:avLst/>
          </a:prstGeom>
          <a:no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t"/>
          <a:lstStyle/>
          <a:p>
            <a:r>
              <a:rPr lang="en-US" sz="1600" dirty="0">
                <a:solidFill>
                  <a:schemeClr val="tx1"/>
                </a:solidFill>
              </a:rPr>
              <a:t>What edge label would indicate "Read a 0, pop 0 from stack, don</a:t>
            </a:r>
            <a:r>
              <a:rPr lang="fr-FR" sz="1600" dirty="0">
                <a:solidFill>
                  <a:schemeClr val="tx1"/>
                </a:solidFill>
              </a:rPr>
              <a:t>’</a:t>
            </a:r>
            <a:r>
              <a:rPr lang="en-US" sz="1600" dirty="0">
                <a:solidFill>
                  <a:schemeClr val="tx1"/>
                </a:solidFill>
              </a:rPr>
              <a:t>t push anything to the stack"?</a:t>
            </a:r>
          </a:p>
          <a:p>
            <a:pPr marL="342900" indent="-342900">
              <a:buAutoNum type="alphaUcPeriod"/>
            </a:pPr>
            <a:r>
              <a:rPr lang="en-US" sz="1600" dirty="0">
                <a:solidFill>
                  <a:schemeClr val="tx1"/>
                </a:solidFill>
              </a:rPr>
              <a:t>0, 0 </a:t>
            </a:r>
            <a:r>
              <a:rPr lang="en-US" sz="1600" dirty="0">
                <a:solidFill>
                  <a:schemeClr val="tx1"/>
                </a:solidFill>
                <a:sym typeface="Wingdings"/>
              </a:rPr>
              <a:t> </a:t>
            </a:r>
            <a:r>
              <a:rPr lang="en-US" sz="1600" dirty="0">
                <a:solidFill>
                  <a:schemeClr val="tx1"/>
                </a:solidFill>
              </a:rPr>
              <a:t>ε</a:t>
            </a:r>
          </a:p>
          <a:p>
            <a:pPr marL="342900" indent="-342900">
              <a:buAutoNum type="alphaUcPeriod"/>
            </a:pPr>
            <a:r>
              <a:rPr lang="en-US" sz="1600" dirty="0">
                <a:solidFill>
                  <a:schemeClr val="tx1"/>
                </a:solidFill>
              </a:rPr>
              <a:t>ε, 0 </a:t>
            </a:r>
            <a:r>
              <a:rPr lang="en-US" sz="1600" dirty="0">
                <a:solidFill>
                  <a:schemeClr val="tx1"/>
                </a:solidFill>
                <a:sym typeface="Wingdings"/>
              </a:rPr>
              <a:t> 0</a:t>
            </a:r>
            <a:endParaRPr lang="en-US" sz="1600" dirty="0">
              <a:solidFill>
                <a:schemeClr val="tx1"/>
              </a:solidFill>
            </a:endParaRPr>
          </a:p>
          <a:p>
            <a:pPr marL="342900" indent="-342900">
              <a:buAutoNum type="alphaUcPeriod"/>
            </a:pPr>
            <a:r>
              <a:rPr lang="en-US" sz="1600" dirty="0">
                <a:solidFill>
                  <a:schemeClr val="tx1"/>
                </a:solidFill>
              </a:rPr>
              <a:t>0, ε </a:t>
            </a:r>
            <a:r>
              <a:rPr lang="en-US" sz="1600" dirty="0">
                <a:solidFill>
                  <a:schemeClr val="tx1"/>
                </a:solidFill>
                <a:sym typeface="Wingdings"/>
              </a:rPr>
              <a:t> 0</a:t>
            </a:r>
            <a:endParaRPr lang="en-US" sz="1600" dirty="0">
              <a:solidFill>
                <a:schemeClr val="tx1"/>
              </a:solidFill>
            </a:endParaRPr>
          </a:p>
          <a:p>
            <a:pPr marL="342900" indent="-342900">
              <a:buAutoNum type="alphaUcPeriod"/>
            </a:pPr>
            <a:r>
              <a:rPr lang="en-US" sz="1600" dirty="0">
                <a:solidFill>
                  <a:schemeClr val="tx1"/>
                </a:solidFill>
              </a:rPr>
              <a:t>ε </a:t>
            </a:r>
            <a:r>
              <a:rPr lang="en-US" sz="1600" dirty="0">
                <a:solidFill>
                  <a:schemeClr val="tx1"/>
                </a:solidFill>
                <a:sym typeface="Wingdings"/>
              </a:rPr>
              <a:t> </a:t>
            </a:r>
            <a:r>
              <a:rPr lang="en-US" sz="1600" dirty="0">
                <a:solidFill>
                  <a:schemeClr val="tx1"/>
                </a:solidFill>
              </a:rPr>
              <a:t>ε, 0 </a:t>
            </a:r>
          </a:p>
          <a:p>
            <a:pPr marL="342900" indent="-342900">
              <a:buAutoNum type="alphaUcPeriod"/>
            </a:pPr>
            <a:r>
              <a:rPr lang="en-US" sz="1600" dirty="0">
                <a:solidFill>
                  <a:schemeClr val="tx1"/>
                </a:solidFill>
              </a:rPr>
              <a:t>I don't know.</a:t>
            </a:r>
          </a:p>
          <a:p>
            <a:pPr marL="342900" indent="-342900">
              <a:buAutoNum type="alphaUcPeriod"/>
            </a:pPr>
            <a:endParaRPr lang="en-US" sz="1600" dirty="0">
              <a:solidFill>
                <a:schemeClr val="tx1"/>
              </a:solidFill>
            </a:endParaRPr>
          </a:p>
        </p:txBody>
      </p:sp>
    </p:spTree>
    <p:extLst>
      <p:ext uri="{BB962C8B-B14F-4D97-AF65-F5344CB8AC3E}">
        <p14:creationId xmlns:p14="http://schemas.microsoft.com/office/powerpoint/2010/main" val="2031159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Useful trick</a:t>
            </a:r>
            <a:endParaRPr lang="en-US" i="1">
              <a:solidFill>
                <a:schemeClr val="accent6"/>
              </a:solidFill>
            </a:endParaRPr>
          </a:p>
        </p:txBody>
      </p:sp>
      <p:sp>
        <p:nvSpPr>
          <p:cNvPr id="3" name="Content Placeholder 2"/>
          <p:cNvSpPr>
            <a:spLocks noGrp="1"/>
          </p:cNvSpPr>
          <p:nvPr>
            <p:ph idx="1"/>
          </p:nvPr>
        </p:nvSpPr>
        <p:spPr>
          <a:xfrm>
            <a:off x="457199" y="3261732"/>
            <a:ext cx="8229601" cy="1596018"/>
          </a:xfrm>
        </p:spPr>
        <p:txBody>
          <a:bodyPr>
            <a:normAutofit lnSpcReduction="10000"/>
          </a:bodyPr>
          <a:lstStyle/>
          <a:p>
            <a:pPr marL="0" indent="0">
              <a:buNone/>
            </a:pPr>
            <a:r>
              <a:rPr lang="en-US" i="1" dirty="0">
                <a:solidFill>
                  <a:schemeClr val="accent1"/>
                </a:solidFill>
              </a:rPr>
              <a:t>Why is this useful?</a:t>
            </a:r>
          </a:p>
          <a:p>
            <a:pPr marL="0" indent="0">
              <a:buNone/>
            </a:pPr>
            <a:r>
              <a:rPr lang="en-US" dirty="0">
                <a:solidFill>
                  <a:srgbClr val="292934"/>
                </a:solidFill>
              </a:rPr>
              <a:t>Commonly used from initial state (at start of computation) to record top of stack with a special symbol)</a:t>
            </a:r>
          </a:p>
          <a:p>
            <a:pPr marL="0" indent="0">
              <a:buNone/>
            </a:pPr>
            <a:r>
              <a:rPr lang="en-US" dirty="0">
                <a:solidFill>
                  <a:schemeClr val="tx2"/>
                </a:solidFill>
              </a:rPr>
              <a:t>"If the stack becomes empty and …"</a:t>
            </a:r>
          </a:p>
        </p:txBody>
      </p:sp>
      <p:sp>
        <p:nvSpPr>
          <p:cNvPr id="4" name="Rectangle 3"/>
          <p:cNvSpPr/>
          <p:nvPr/>
        </p:nvSpPr>
        <p:spPr>
          <a:xfrm>
            <a:off x="457200" y="1200149"/>
            <a:ext cx="8432038" cy="1920449"/>
          </a:xfrm>
          <a:prstGeom prst="rect">
            <a:avLst/>
          </a:prstGeom>
          <a:no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t"/>
          <a:lstStyle/>
          <a:p>
            <a:r>
              <a:rPr lang="en-CA" sz="2000" dirty="0">
                <a:solidFill>
                  <a:schemeClr val="tx1"/>
                </a:solidFill>
              </a:rPr>
              <a:t>What would </a:t>
            </a:r>
            <a:r>
              <a:rPr lang="en-US" sz="2000" b="1" dirty="0">
                <a:solidFill>
                  <a:srgbClr val="4128D2"/>
                </a:solidFill>
              </a:rPr>
              <a:t>ε, ε </a:t>
            </a:r>
            <a:r>
              <a:rPr lang="en-US" sz="2000" b="1" dirty="0">
                <a:solidFill>
                  <a:srgbClr val="4128D2"/>
                </a:solidFill>
                <a:sym typeface="Wingdings"/>
              </a:rPr>
              <a:t> $</a:t>
            </a:r>
            <a:r>
              <a:rPr lang="en-US" sz="2000" b="1" dirty="0">
                <a:solidFill>
                  <a:schemeClr val="tx1"/>
                </a:solidFill>
                <a:sym typeface="Wingdings"/>
              </a:rPr>
              <a:t> </a:t>
            </a:r>
            <a:r>
              <a:rPr lang="en-US" sz="2000" dirty="0">
                <a:solidFill>
                  <a:schemeClr val="tx1"/>
                </a:solidFill>
                <a:sym typeface="Wingdings"/>
              </a:rPr>
              <a:t>mean?</a:t>
            </a:r>
            <a:endParaRPr lang="en-US" sz="2000" dirty="0">
              <a:solidFill>
                <a:schemeClr val="tx1"/>
              </a:solidFill>
            </a:endParaRPr>
          </a:p>
          <a:p>
            <a:pPr marL="342900" indent="-342900">
              <a:buAutoNum type="alphaUcPeriod"/>
            </a:pPr>
            <a:r>
              <a:rPr lang="en-US" sz="2000" dirty="0">
                <a:solidFill>
                  <a:schemeClr val="tx1"/>
                </a:solidFill>
              </a:rPr>
              <a:t>Without reading any input or popping any symbol from stack, push $</a:t>
            </a:r>
          </a:p>
          <a:p>
            <a:pPr marL="342900" indent="-342900">
              <a:buFontTx/>
              <a:buAutoNum type="alphaUcPeriod"/>
            </a:pPr>
            <a:r>
              <a:rPr lang="en-US" sz="2000" dirty="0">
                <a:solidFill>
                  <a:schemeClr val="tx1"/>
                </a:solidFill>
              </a:rPr>
              <a:t>If the input string and stack are both empty strings, push $</a:t>
            </a:r>
          </a:p>
          <a:p>
            <a:pPr marL="342900" indent="-342900">
              <a:buAutoNum type="alphaUcPeriod"/>
            </a:pPr>
            <a:r>
              <a:rPr lang="en-US" sz="2000" dirty="0">
                <a:solidFill>
                  <a:schemeClr val="tx1"/>
                </a:solidFill>
              </a:rPr>
              <a:t>At the end of reading the input string, push $ to top of stack</a:t>
            </a:r>
          </a:p>
          <a:p>
            <a:pPr marL="342900" indent="-342900">
              <a:buAutoNum type="alphaUcPeriod"/>
            </a:pPr>
            <a:r>
              <a:rPr lang="en-US" sz="2000" dirty="0">
                <a:solidFill>
                  <a:schemeClr val="tx1"/>
                </a:solidFill>
              </a:rPr>
              <a:t>I don't know.</a:t>
            </a:r>
          </a:p>
          <a:p>
            <a:pPr marL="342900" indent="-342900">
              <a:buAutoNum type="alphaUcPeriod"/>
            </a:pPr>
            <a:endParaRPr lang="en-US" sz="2000" dirty="0">
              <a:solidFill>
                <a:schemeClr val="tx1"/>
              </a:solidFill>
            </a:endParaRPr>
          </a:p>
        </p:txBody>
      </p:sp>
      <p:pic>
        <p:nvPicPr>
          <p:cNvPr id="5" name="Picture 4" descr="SpecialSymbol.png"/>
          <p:cNvPicPr>
            <a:picLocks noChangeAspect="1"/>
          </p:cNvPicPr>
          <p:nvPr/>
        </p:nvPicPr>
        <p:blipFill rotWithShape="1">
          <a:blip r:embed="rId2" cstate="email">
            <a:alphaModFix/>
            <a:extLst>
              <a:ext uri="{28A0092B-C50C-407E-A947-70E740481C1C}">
                <a14:useLocalDpi xmlns:a14="http://schemas.microsoft.com/office/drawing/2010/main" val="0"/>
              </a:ext>
            </a:extLst>
          </a:blip>
          <a:srcRect l="26061" t="7777" r="22504" b="61281"/>
          <a:stretch/>
        </p:blipFill>
        <p:spPr>
          <a:xfrm>
            <a:off x="6129969" y="2493994"/>
            <a:ext cx="2556832" cy="1153564"/>
          </a:xfrm>
          <a:prstGeom prst="rect">
            <a:avLst/>
          </a:prstGeom>
          <a:ln>
            <a:solidFill>
              <a:srgbClr val="4128D2"/>
            </a:solidFill>
          </a:ln>
        </p:spPr>
      </p:pic>
    </p:spTree>
    <p:extLst>
      <p:ext uri="{BB962C8B-B14F-4D97-AF65-F5344CB8AC3E}">
        <p14:creationId xmlns:p14="http://schemas.microsoft.com/office/powerpoint/2010/main" val="40522011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Formal definition of PDA	</a:t>
            </a:r>
            <a:r>
              <a:rPr lang="en-US" sz="1600" i="1">
                <a:solidFill>
                  <a:schemeClr val="accent6"/>
                </a:solidFill>
              </a:rPr>
              <a:t>Sipser Def 2.13 p. 111</a:t>
            </a:r>
          </a:p>
        </p:txBody>
      </p:sp>
      <p:pic>
        <p:nvPicPr>
          <p:cNvPr id="5" name="Picture 4" descr="latex-image-1.pn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66700" y="1247155"/>
            <a:ext cx="8420100" cy="3340100"/>
          </a:xfrm>
          <a:prstGeom prst="rect">
            <a:avLst/>
          </a:prstGeom>
        </p:spPr>
      </p:pic>
    </p:spTree>
    <p:extLst>
      <p:ext uri="{BB962C8B-B14F-4D97-AF65-F5344CB8AC3E}">
        <p14:creationId xmlns:p14="http://schemas.microsoft.com/office/powerpoint/2010/main" val="5319231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25053-99E9-BB91-5FCB-16F0F646094F}"/>
              </a:ext>
            </a:extLst>
          </p:cNvPr>
          <p:cNvSpPr>
            <a:spLocks noGrp="1"/>
          </p:cNvSpPr>
          <p:nvPr>
            <p:ph type="title"/>
          </p:nvPr>
        </p:nvSpPr>
        <p:spPr/>
        <p:txBody>
          <a:bodyPr/>
          <a:lstStyle/>
          <a:p>
            <a:r>
              <a:rPr lang="en-US" dirty="0"/>
              <a:t>Design a PDA</a:t>
            </a:r>
            <a:endParaRPr lang="en-IL"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CBBC40C-AB08-61B9-07A0-4817A70C7446}"/>
                  </a:ext>
                </a:extLst>
              </p:cNvPr>
              <p:cNvSpPr>
                <a:spLocks noGrp="1"/>
              </p:cNvSpPr>
              <p:nvPr>
                <p:ph idx="1"/>
              </p:nvPr>
            </p:nvSpPr>
            <p:spPr/>
            <p:txBody>
              <a:bodyPr/>
              <a:lstStyle/>
              <a:p>
                <a:pPr marL="0" indent="0">
                  <a:buNone/>
                </a:pPr>
                <a:r>
                  <a:rPr lang="en-US" dirty="0"/>
                  <a:t>Build a PDA that accepts the language</a:t>
                </a:r>
              </a:p>
              <a:p>
                <a:pPr marL="0" indent="0" algn="ctr">
                  <a:buNone/>
                </a:pPr>
                <a:r>
                  <a:rPr lang="en-US" dirty="0"/>
                  <a:t>{ </a:t>
                </a:r>
                <a:r>
                  <a:rPr lang="en-US" dirty="0" err="1"/>
                  <a:t>a</a:t>
                </a:r>
                <a:r>
                  <a:rPr lang="en-US" baseline="30000" dirty="0" err="1"/>
                  <a:t>n</a:t>
                </a:r>
                <a:r>
                  <a:rPr lang="en-US" dirty="0" err="1"/>
                  <a:t>b</a:t>
                </a:r>
                <a:r>
                  <a:rPr lang="en-US" baseline="30000" dirty="0" err="1"/>
                  <a:t>n</a:t>
                </a:r>
                <a:r>
                  <a:rPr lang="en-US" dirty="0"/>
                  <a:t> |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ℕ</m:t>
                    </m:r>
                  </m:oMath>
                </a14:m>
                <a:r>
                  <a:rPr lang="en-US" dirty="0"/>
                  <a:t>}</a:t>
                </a:r>
                <a:endParaRPr lang="en-US" sz="2000" baseline="30000" dirty="0"/>
              </a:p>
            </p:txBody>
          </p:sp>
        </mc:Choice>
        <mc:Fallback xmlns="">
          <p:sp>
            <p:nvSpPr>
              <p:cNvPr id="3" name="Content Placeholder 2">
                <a:extLst>
                  <a:ext uri="{FF2B5EF4-FFF2-40B4-BE49-F238E27FC236}">
                    <a16:creationId xmlns:a16="http://schemas.microsoft.com/office/drawing/2014/main" id="{5CBBC40C-AB08-61B9-07A0-4817A70C7446}"/>
                  </a:ext>
                </a:extLst>
              </p:cNvPr>
              <p:cNvSpPr>
                <a:spLocks noGrp="1" noRot="1" noChangeAspect="1" noMove="1" noResize="1" noEditPoints="1" noAdjustHandles="1" noChangeArrowheads="1" noChangeShapeType="1" noTextEdit="1"/>
              </p:cNvSpPr>
              <p:nvPr>
                <p:ph idx="1"/>
              </p:nvPr>
            </p:nvSpPr>
            <p:spPr>
              <a:blipFill>
                <a:blip r:embed="rId2"/>
                <a:stretch>
                  <a:fillRect l="-1111" t="-1167"/>
                </a:stretch>
              </a:blipFill>
            </p:spPr>
            <p:txBody>
              <a:bodyPr/>
              <a:lstStyle/>
              <a:p>
                <a:r>
                  <a:rPr lang="en-US">
                    <a:noFill/>
                  </a:rPr>
                  <a:t> </a:t>
                </a:r>
              </a:p>
            </p:txBody>
          </p:sp>
        </mc:Fallback>
      </mc:AlternateContent>
    </p:spTree>
    <p:extLst>
      <p:ext uri="{BB962C8B-B14F-4D97-AF65-F5344CB8AC3E}">
        <p14:creationId xmlns:p14="http://schemas.microsoft.com/office/powerpoint/2010/main" val="24714685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Designing a PDA</a:t>
            </a:r>
          </a:p>
        </p:txBody>
      </p:sp>
      <p:sp>
        <p:nvSpPr>
          <p:cNvPr id="3" name="Content Placeholder 2"/>
          <p:cNvSpPr>
            <a:spLocks noGrp="1"/>
          </p:cNvSpPr>
          <p:nvPr>
            <p:ph idx="1"/>
          </p:nvPr>
        </p:nvSpPr>
        <p:spPr/>
        <p:txBody>
          <a:bodyPr>
            <a:normAutofit fontScale="92500"/>
          </a:bodyPr>
          <a:lstStyle/>
          <a:p>
            <a:pPr marL="0" indent="0" algn="ctr">
              <a:buNone/>
            </a:pPr>
            <a:r>
              <a:rPr lang="en-US"/>
              <a:t>L = { 0</a:t>
            </a:r>
            <a:r>
              <a:rPr lang="en-US" baseline="30000"/>
              <a:t>i</a:t>
            </a:r>
            <a:r>
              <a:rPr lang="en-US"/>
              <a:t>1</a:t>
            </a:r>
            <a:r>
              <a:rPr lang="en-US" baseline="30000"/>
              <a:t>i+1</a:t>
            </a:r>
            <a:r>
              <a:rPr lang="en-US"/>
              <a:t> | i ≥ 0 }</a:t>
            </a:r>
          </a:p>
          <a:p>
            <a:pPr marL="0" indent="0" algn="ctr">
              <a:buNone/>
            </a:pPr>
            <a:endParaRPr lang="en-US"/>
          </a:p>
          <a:p>
            <a:pPr marL="0" indent="0">
              <a:buNone/>
            </a:pPr>
            <a:r>
              <a:rPr lang="en-US" i="1">
                <a:solidFill>
                  <a:schemeClr val="accent1"/>
                </a:solidFill>
              </a:rPr>
              <a:t>Informal description of PDA: </a:t>
            </a:r>
            <a:endParaRPr lang="en-US" i="1">
              <a:solidFill>
                <a:schemeClr val="accent1"/>
              </a:solidFill>
              <a:effectLst/>
            </a:endParaRPr>
          </a:p>
          <a:p>
            <a:pPr marL="0" indent="0">
              <a:buNone/>
            </a:pPr>
            <a:r>
              <a:rPr lang="en-US"/>
              <a:t>Read symbols from the input. As each 0 is read, push it onto the stack. As soon as 1s are seen, pop a 0 off the stack for each 1 read. If the stack becomes empty and there is exactly one 1 left to read, read that 1 and accept the input. If the stack becomes empty and there are either zero or more than one 1s left to read, or if the 1s are finished while the stack still contains 0s, or if any 0s appear in the input following 1s, reject the input. </a:t>
            </a:r>
            <a:endParaRPr lang="en-US">
              <a:effectLst/>
            </a:endParaRPr>
          </a:p>
          <a:p>
            <a:pPr marL="0" indent="0">
              <a:buNone/>
            </a:pPr>
            <a:endParaRPr lang="en-US"/>
          </a:p>
        </p:txBody>
      </p:sp>
    </p:spTree>
    <p:extLst>
      <p:ext uri="{BB962C8B-B14F-4D97-AF65-F5344CB8AC3E}">
        <p14:creationId xmlns:p14="http://schemas.microsoft.com/office/powerpoint/2010/main" val="35838872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Designing/Tracing a PDA</a:t>
            </a:r>
          </a:p>
        </p:txBody>
      </p:sp>
      <p:sp>
        <p:nvSpPr>
          <p:cNvPr id="3" name="Content Placeholder 2"/>
          <p:cNvSpPr>
            <a:spLocks noGrp="1"/>
          </p:cNvSpPr>
          <p:nvPr>
            <p:ph idx="1"/>
          </p:nvPr>
        </p:nvSpPr>
        <p:spPr/>
        <p:txBody>
          <a:bodyPr>
            <a:normAutofit/>
          </a:bodyPr>
          <a:lstStyle/>
          <a:p>
            <a:pPr marL="0" indent="0" algn="ctr">
              <a:buNone/>
            </a:pPr>
            <a:r>
              <a:rPr lang="en-US"/>
              <a:t>L = { 0</a:t>
            </a:r>
            <a:r>
              <a:rPr lang="en-US" baseline="30000"/>
              <a:t>i</a:t>
            </a:r>
            <a:r>
              <a:rPr lang="en-US"/>
              <a:t>1</a:t>
            </a:r>
            <a:r>
              <a:rPr lang="en-US" baseline="30000"/>
              <a:t>i+1</a:t>
            </a:r>
            <a:r>
              <a:rPr lang="en-US"/>
              <a:t> | i ≥ 0 }</a:t>
            </a:r>
          </a:p>
          <a:p>
            <a:pPr marL="0" indent="0" algn="ctr">
              <a:buNone/>
            </a:pPr>
            <a:endParaRPr lang="en-US"/>
          </a:p>
          <a:p>
            <a:pPr marL="0" indent="0">
              <a:buNone/>
            </a:pPr>
            <a:endParaRPr lang="en-US"/>
          </a:p>
        </p:txBody>
      </p:sp>
      <p:pic>
        <p:nvPicPr>
          <p:cNvPr id="4" name="Picture 3" descr="PDA_n+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776645"/>
            <a:ext cx="5710315" cy="3081105"/>
          </a:xfrm>
          <a:prstGeom prst="rect">
            <a:avLst/>
          </a:prstGeom>
        </p:spPr>
      </p:pic>
      <p:sp>
        <p:nvSpPr>
          <p:cNvPr id="6" name="TextBox 5"/>
          <p:cNvSpPr txBox="1"/>
          <p:nvPr/>
        </p:nvSpPr>
        <p:spPr>
          <a:xfrm>
            <a:off x="6012934" y="1896666"/>
            <a:ext cx="2793678" cy="1323439"/>
          </a:xfrm>
          <a:prstGeom prst="rect">
            <a:avLst/>
          </a:prstGeom>
          <a:noFill/>
        </p:spPr>
        <p:txBody>
          <a:bodyPr wrap="none" rtlCol="0">
            <a:spAutoFit/>
          </a:bodyPr>
          <a:lstStyle/>
          <a:p>
            <a:r>
              <a:rPr lang="en-US" sz="2000">
                <a:solidFill>
                  <a:srgbClr val="4128D2"/>
                </a:solidFill>
              </a:rPr>
              <a:t>Sample computations? </a:t>
            </a:r>
          </a:p>
          <a:p>
            <a:endParaRPr lang="en-US" sz="2000">
              <a:solidFill>
                <a:srgbClr val="4128D2"/>
              </a:solidFill>
            </a:endParaRPr>
          </a:p>
          <a:p>
            <a:pPr marL="285750" indent="-285750">
              <a:buFontTx/>
              <a:buChar char="-"/>
            </a:pPr>
            <a:r>
              <a:rPr lang="en-US" sz="2000">
                <a:solidFill>
                  <a:srgbClr val="4128D2"/>
                </a:solidFill>
              </a:rPr>
              <a:t>nondeterminism</a:t>
            </a:r>
          </a:p>
          <a:p>
            <a:pPr marL="285750" indent="-285750">
              <a:buFontTx/>
              <a:buChar char="-"/>
            </a:pPr>
            <a:r>
              <a:rPr lang="en-US" sz="2000">
                <a:solidFill>
                  <a:srgbClr val="4128D2"/>
                </a:solidFill>
              </a:rPr>
              <a:t>stack contents</a:t>
            </a:r>
          </a:p>
        </p:txBody>
      </p:sp>
    </p:spTree>
    <p:extLst>
      <p:ext uri="{BB962C8B-B14F-4D97-AF65-F5344CB8AC3E}">
        <p14:creationId xmlns:p14="http://schemas.microsoft.com/office/powerpoint/2010/main" val="41602347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Designing a PDA</a:t>
            </a:r>
          </a:p>
        </p:txBody>
      </p:sp>
      <p:sp>
        <p:nvSpPr>
          <p:cNvPr id="3" name="Content Placeholder 2"/>
          <p:cNvSpPr>
            <a:spLocks noGrp="1"/>
          </p:cNvSpPr>
          <p:nvPr>
            <p:ph idx="1"/>
          </p:nvPr>
        </p:nvSpPr>
        <p:spPr/>
        <p:txBody>
          <a:bodyPr>
            <a:normAutofit/>
          </a:bodyPr>
          <a:lstStyle/>
          <a:p>
            <a:pPr marL="0" indent="0" algn="ctr">
              <a:buNone/>
            </a:pPr>
            <a:r>
              <a:rPr lang="en-US" b="1" dirty="0">
                <a:solidFill>
                  <a:schemeClr val="accent1"/>
                </a:solidFill>
              </a:rPr>
              <a:t>L = { 0</a:t>
            </a:r>
            <a:r>
              <a:rPr lang="en-US" b="1" baseline="30000" dirty="0">
                <a:solidFill>
                  <a:schemeClr val="accent1"/>
                </a:solidFill>
              </a:rPr>
              <a:t>i</a:t>
            </a:r>
            <a:r>
              <a:rPr lang="en-US" b="1" dirty="0">
                <a:solidFill>
                  <a:schemeClr val="accent1"/>
                </a:solidFill>
              </a:rPr>
              <a:t>1</a:t>
            </a:r>
            <a:r>
              <a:rPr lang="en-US" b="1" baseline="30000" dirty="0">
                <a:solidFill>
                  <a:schemeClr val="accent1"/>
                </a:solidFill>
              </a:rPr>
              <a:t>i+1</a:t>
            </a:r>
            <a:r>
              <a:rPr lang="en-US" b="1" dirty="0">
                <a:solidFill>
                  <a:schemeClr val="accent1"/>
                </a:solidFill>
              </a:rPr>
              <a:t> | </a:t>
            </a:r>
            <a:r>
              <a:rPr lang="en-US" b="1" dirty="0" err="1">
                <a:solidFill>
                  <a:schemeClr val="accent1"/>
                </a:solidFill>
              </a:rPr>
              <a:t>i</a:t>
            </a:r>
            <a:r>
              <a:rPr lang="en-US" b="1" dirty="0">
                <a:solidFill>
                  <a:schemeClr val="accent1"/>
                </a:solidFill>
              </a:rPr>
              <a:t> ≥ 0 }</a:t>
            </a:r>
          </a:p>
          <a:p>
            <a:pPr marL="0" indent="0" algn="ctr">
              <a:buNone/>
            </a:pPr>
            <a:endParaRPr lang="en-US" dirty="0"/>
          </a:p>
          <a:p>
            <a:pPr marL="0" indent="0">
              <a:buNone/>
            </a:pPr>
            <a:endParaRPr lang="en-US" dirty="0"/>
          </a:p>
          <a:p>
            <a:pPr marL="0" indent="0">
              <a:buNone/>
            </a:pPr>
            <a:r>
              <a:rPr lang="en-US" dirty="0"/>
              <a:t>				</a:t>
            </a:r>
            <a:endParaRPr lang="en-US" dirty="0">
              <a:solidFill>
                <a:schemeClr val="tx2"/>
              </a:solidFill>
            </a:endParaRPr>
          </a:p>
        </p:txBody>
      </p:sp>
      <p:sp>
        <p:nvSpPr>
          <p:cNvPr id="6" name="Rectangle 5"/>
          <p:cNvSpPr/>
          <p:nvPr/>
        </p:nvSpPr>
        <p:spPr>
          <a:xfrm>
            <a:off x="457200" y="2346722"/>
            <a:ext cx="7521861" cy="2511027"/>
          </a:xfrm>
          <a:prstGeom prst="rect">
            <a:avLst/>
          </a:prstGeom>
          <a:no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t"/>
          <a:lstStyle/>
          <a:p>
            <a:r>
              <a:rPr lang="en-CA" sz="2000" dirty="0">
                <a:solidFill>
                  <a:schemeClr val="tx1"/>
                </a:solidFill>
              </a:rPr>
              <a:t>Which of these CFGs generate L?</a:t>
            </a:r>
          </a:p>
          <a:p>
            <a:r>
              <a:rPr lang="en-US" sz="2000" dirty="0">
                <a:solidFill>
                  <a:schemeClr val="accent5"/>
                </a:solidFill>
              </a:rPr>
              <a:t>Assume V = set of variables mentioned in rules; Σ={0,1}, S start</a:t>
            </a:r>
          </a:p>
          <a:p>
            <a:endParaRPr lang="en-US" sz="2000" dirty="0">
              <a:solidFill>
                <a:schemeClr val="tx1"/>
              </a:solidFill>
            </a:endParaRPr>
          </a:p>
          <a:p>
            <a:pPr marL="342900" indent="-342900">
              <a:buFontTx/>
              <a:buAutoNum type="alphaUcPeriod"/>
            </a:pPr>
            <a:r>
              <a:rPr lang="en-US" sz="2000" dirty="0">
                <a:solidFill>
                  <a:schemeClr val="tx1"/>
                </a:solidFill>
              </a:rPr>
              <a:t>S </a:t>
            </a:r>
            <a:r>
              <a:rPr lang="en-US" sz="2000" dirty="0">
                <a:solidFill>
                  <a:schemeClr val="tx1"/>
                </a:solidFill>
                <a:sym typeface="Wingdings"/>
              </a:rPr>
              <a:t> ε | 0S1</a:t>
            </a:r>
            <a:endParaRPr lang="en-US" sz="2000" dirty="0">
              <a:solidFill>
                <a:schemeClr val="tx1"/>
              </a:solidFill>
            </a:endParaRPr>
          </a:p>
          <a:p>
            <a:pPr marL="342900" indent="-342900">
              <a:buFontTx/>
              <a:buAutoNum type="alphaUcPeriod"/>
            </a:pPr>
            <a:r>
              <a:rPr lang="en-US" sz="2000" dirty="0">
                <a:solidFill>
                  <a:schemeClr val="tx1"/>
                </a:solidFill>
              </a:rPr>
              <a:t>S </a:t>
            </a:r>
            <a:r>
              <a:rPr lang="en-US" sz="2000" dirty="0">
                <a:solidFill>
                  <a:schemeClr val="tx1"/>
                </a:solidFill>
                <a:sym typeface="Wingdings"/>
              </a:rPr>
              <a:t> ε | 0S11</a:t>
            </a:r>
            <a:endParaRPr lang="en-US" sz="2000" dirty="0">
              <a:solidFill>
                <a:schemeClr val="tx1"/>
              </a:solidFill>
            </a:endParaRPr>
          </a:p>
          <a:p>
            <a:pPr marL="342900" indent="-342900">
              <a:buFontTx/>
              <a:buAutoNum type="alphaUcPeriod"/>
            </a:pPr>
            <a:r>
              <a:rPr lang="en-US" sz="2000" dirty="0">
                <a:solidFill>
                  <a:schemeClr val="tx1"/>
                </a:solidFill>
              </a:rPr>
              <a:t>S </a:t>
            </a:r>
            <a:r>
              <a:rPr lang="en-US" sz="2000" dirty="0">
                <a:solidFill>
                  <a:schemeClr val="tx1"/>
                </a:solidFill>
                <a:sym typeface="Wingdings"/>
              </a:rPr>
              <a:t> T1 | 0S1, T</a:t>
            </a:r>
            <a:r>
              <a:rPr lang="en-US" sz="2000" dirty="0">
                <a:solidFill>
                  <a:schemeClr val="tx1"/>
                </a:solidFill>
              </a:rPr>
              <a:t> </a:t>
            </a:r>
            <a:r>
              <a:rPr lang="en-US" sz="2000" dirty="0">
                <a:solidFill>
                  <a:schemeClr val="tx1"/>
                </a:solidFill>
                <a:sym typeface="Wingdings"/>
              </a:rPr>
              <a:t> ε</a:t>
            </a:r>
            <a:endParaRPr lang="en-US" sz="2000" dirty="0">
              <a:solidFill>
                <a:schemeClr val="tx1"/>
              </a:solidFill>
            </a:endParaRPr>
          </a:p>
          <a:p>
            <a:pPr marL="342900" indent="-342900">
              <a:buFontTx/>
              <a:buAutoNum type="alphaUcPeriod"/>
            </a:pPr>
            <a:r>
              <a:rPr lang="en-US" sz="2000" dirty="0">
                <a:solidFill>
                  <a:schemeClr val="tx1"/>
                </a:solidFill>
              </a:rPr>
              <a:t>S </a:t>
            </a:r>
            <a:r>
              <a:rPr lang="en-US" sz="2000" dirty="0">
                <a:solidFill>
                  <a:schemeClr val="tx1"/>
                </a:solidFill>
                <a:sym typeface="Wingdings"/>
              </a:rPr>
              <a:t> ε | 0T1, T</a:t>
            </a:r>
            <a:r>
              <a:rPr lang="en-US" sz="2000" dirty="0">
                <a:solidFill>
                  <a:schemeClr val="tx1"/>
                </a:solidFill>
              </a:rPr>
              <a:t> </a:t>
            </a:r>
            <a:r>
              <a:rPr lang="en-US" sz="2000" dirty="0">
                <a:solidFill>
                  <a:schemeClr val="tx1"/>
                </a:solidFill>
                <a:sym typeface="Wingdings"/>
              </a:rPr>
              <a:t> ε | 0T1</a:t>
            </a:r>
            <a:endParaRPr lang="en-US" sz="2000" dirty="0">
              <a:solidFill>
                <a:schemeClr val="tx1"/>
              </a:solidFill>
            </a:endParaRPr>
          </a:p>
          <a:p>
            <a:pPr marL="342900" indent="-342900">
              <a:buFontTx/>
              <a:buAutoNum type="alphaUcPeriod"/>
            </a:pPr>
            <a:r>
              <a:rPr lang="en-US" sz="2000" dirty="0">
                <a:solidFill>
                  <a:schemeClr val="tx1"/>
                </a:solidFill>
              </a:rPr>
              <a:t>None of those</a:t>
            </a:r>
          </a:p>
          <a:p>
            <a:pPr marL="342900" indent="-342900">
              <a:buFontTx/>
              <a:buAutoNum type="alphaUcPeriod"/>
            </a:pPr>
            <a:endParaRPr lang="en-US" sz="2000" dirty="0">
              <a:solidFill>
                <a:schemeClr val="tx1"/>
              </a:solidFill>
            </a:endParaRPr>
          </a:p>
          <a:p>
            <a:pPr marL="342900" indent="-342900">
              <a:buAutoNum type="alphaUcPeriod"/>
            </a:pPr>
            <a:endParaRPr lang="en-US" sz="2000" dirty="0">
              <a:solidFill>
                <a:schemeClr val="tx1"/>
              </a:solidFill>
            </a:endParaRPr>
          </a:p>
        </p:txBody>
      </p:sp>
    </p:spTree>
    <p:extLst>
      <p:ext uri="{BB962C8B-B14F-4D97-AF65-F5344CB8AC3E}">
        <p14:creationId xmlns:p14="http://schemas.microsoft.com/office/powerpoint/2010/main" val="37296267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25053-99E9-BB91-5FCB-16F0F646094F}"/>
              </a:ext>
            </a:extLst>
          </p:cNvPr>
          <p:cNvSpPr>
            <a:spLocks noGrp="1"/>
          </p:cNvSpPr>
          <p:nvPr>
            <p:ph type="title"/>
          </p:nvPr>
        </p:nvSpPr>
        <p:spPr/>
        <p:txBody>
          <a:bodyPr/>
          <a:lstStyle/>
          <a:p>
            <a:r>
              <a:rPr lang="en-US" dirty="0"/>
              <a:t>Design a PDA</a:t>
            </a:r>
            <a:endParaRPr lang="en-IL" dirty="0"/>
          </a:p>
        </p:txBody>
      </p:sp>
      <p:sp>
        <p:nvSpPr>
          <p:cNvPr id="3" name="Content Placeholder 2">
            <a:extLst>
              <a:ext uri="{FF2B5EF4-FFF2-40B4-BE49-F238E27FC236}">
                <a16:creationId xmlns:a16="http://schemas.microsoft.com/office/drawing/2014/main" id="{5CBBC40C-AB08-61B9-07A0-4817A70C7446}"/>
              </a:ext>
            </a:extLst>
          </p:cNvPr>
          <p:cNvSpPr>
            <a:spLocks noGrp="1"/>
          </p:cNvSpPr>
          <p:nvPr>
            <p:ph idx="1"/>
          </p:nvPr>
        </p:nvSpPr>
        <p:spPr/>
        <p:txBody>
          <a:bodyPr/>
          <a:lstStyle/>
          <a:p>
            <a:pPr marL="0" indent="0">
              <a:buNone/>
            </a:pPr>
            <a:r>
              <a:rPr lang="en-US" dirty="0"/>
              <a:t>Build a PDA that accepts the language</a:t>
            </a:r>
          </a:p>
          <a:p>
            <a:pPr marL="0" indent="0" algn="ctr">
              <a:buNone/>
            </a:pPr>
            <a:r>
              <a:rPr lang="en-US" dirty="0"/>
              <a:t>{ w | w is a palindrome}</a:t>
            </a:r>
            <a:endParaRPr lang="en-US" sz="2000" baseline="30000" dirty="0"/>
          </a:p>
          <a:p>
            <a:pPr marL="0" indent="0" algn="ctr">
              <a:buNone/>
            </a:pPr>
            <a:endParaRPr lang="en-US" baseline="30000" dirty="0"/>
          </a:p>
        </p:txBody>
      </p:sp>
    </p:spTree>
    <p:extLst>
      <p:ext uri="{BB962C8B-B14F-4D97-AF65-F5344CB8AC3E}">
        <p14:creationId xmlns:p14="http://schemas.microsoft.com/office/powerpoint/2010/main" val="1135887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25053-99E9-BB91-5FCB-16F0F646094F}"/>
              </a:ext>
            </a:extLst>
          </p:cNvPr>
          <p:cNvSpPr>
            <a:spLocks noGrp="1"/>
          </p:cNvSpPr>
          <p:nvPr>
            <p:ph type="title"/>
          </p:nvPr>
        </p:nvSpPr>
        <p:spPr/>
        <p:txBody>
          <a:bodyPr/>
          <a:lstStyle/>
          <a:p>
            <a:r>
              <a:rPr lang="en-US" dirty="0"/>
              <a:t>Design a PDA</a:t>
            </a:r>
            <a:endParaRPr lang="en-IL"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CBBC40C-AB08-61B9-07A0-4817A70C7446}"/>
                  </a:ext>
                </a:extLst>
              </p:cNvPr>
              <p:cNvSpPr>
                <a:spLocks noGrp="1"/>
              </p:cNvSpPr>
              <p:nvPr>
                <p:ph idx="1"/>
              </p:nvPr>
            </p:nvSpPr>
            <p:spPr/>
            <p:txBody>
              <a:bodyPr/>
              <a:lstStyle/>
              <a:p>
                <a:pPr marL="0" indent="0">
                  <a:buNone/>
                </a:pPr>
                <a:r>
                  <a:rPr lang="en-US" dirty="0"/>
                  <a:t>Build a PDA that accepts the language</a:t>
                </a:r>
              </a:p>
              <a:p>
                <a:pPr marL="0" indent="0" algn="ctr">
                  <a:buNone/>
                </a:pPr>
                <a:r>
                  <a:rPr lang="en-US" dirty="0"/>
                  <a:t>{ a</a:t>
                </a:r>
                <a:r>
                  <a:rPr lang="en-US" baseline="30000" dirty="0"/>
                  <a:t>3n</a:t>
                </a:r>
                <a:r>
                  <a:rPr lang="en-US" dirty="0"/>
                  <a:t>b</a:t>
                </a:r>
                <a:r>
                  <a:rPr lang="en-US" baseline="30000" dirty="0"/>
                  <a:t>2n</a:t>
                </a:r>
                <a:r>
                  <a:rPr lang="en-US" dirty="0"/>
                  <a:t> |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ℕ</m:t>
                    </m:r>
                  </m:oMath>
                </a14:m>
                <a:r>
                  <a:rPr lang="en-US" dirty="0"/>
                  <a:t>}</a:t>
                </a:r>
                <a:endParaRPr lang="en-US" sz="2000" baseline="30000" dirty="0"/>
              </a:p>
              <a:p>
                <a:pPr marL="0" indent="0" algn="ctr">
                  <a:buNone/>
                </a:pPr>
                <a:endParaRPr lang="en-US" baseline="30000" dirty="0"/>
              </a:p>
            </p:txBody>
          </p:sp>
        </mc:Choice>
        <mc:Fallback>
          <p:sp>
            <p:nvSpPr>
              <p:cNvPr id="3" name="Content Placeholder 2">
                <a:extLst>
                  <a:ext uri="{FF2B5EF4-FFF2-40B4-BE49-F238E27FC236}">
                    <a16:creationId xmlns:a16="http://schemas.microsoft.com/office/drawing/2014/main" id="{5CBBC40C-AB08-61B9-07A0-4817A70C7446}"/>
                  </a:ext>
                </a:extLst>
              </p:cNvPr>
              <p:cNvSpPr>
                <a:spLocks noGrp="1" noRot="1" noChangeAspect="1" noMove="1" noResize="1" noEditPoints="1" noAdjustHandles="1" noChangeArrowheads="1" noChangeShapeType="1" noTextEdit="1"/>
              </p:cNvSpPr>
              <p:nvPr>
                <p:ph idx="1"/>
              </p:nvPr>
            </p:nvSpPr>
            <p:spPr>
              <a:blipFill>
                <a:blip r:embed="rId2"/>
                <a:stretch>
                  <a:fillRect l="-1111" t="-1167"/>
                </a:stretch>
              </a:blipFill>
            </p:spPr>
            <p:txBody>
              <a:bodyPr/>
              <a:lstStyle/>
              <a:p>
                <a:r>
                  <a:rPr lang="en-US">
                    <a:noFill/>
                  </a:rPr>
                  <a:t> </a:t>
                </a:r>
              </a:p>
            </p:txBody>
          </p:sp>
        </mc:Fallback>
      </mc:AlternateContent>
    </p:spTree>
    <p:extLst>
      <p:ext uri="{BB962C8B-B14F-4D97-AF65-F5344CB8AC3E}">
        <p14:creationId xmlns:p14="http://schemas.microsoft.com/office/powerpoint/2010/main" val="30505384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25053-99E9-BB91-5FCB-16F0F646094F}"/>
              </a:ext>
            </a:extLst>
          </p:cNvPr>
          <p:cNvSpPr>
            <a:spLocks noGrp="1"/>
          </p:cNvSpPr>
          <p:nvPr>
            <p:ph type="title"/>
          </p:nvPr>
        </p:nvSpPr>
        <p:spPr/>
        <p:txBody>
          <a:bodyPr/>
          <a:lstStyle/>
          <a:p>
            <a:r>
              <a:rPr lang="en-US" dirty="0"/>
              <a:t>Design a PDA</a:t>
            </a:r>
            <a:endParaRPr lang="en-IL"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CBBC40C-AB08-61B9-07A0-4817A70C7446}"/>
                  </a:ext>
                </a:extLst>
              </p:cNvPr>
              <p:cNvSpPr>
                <a:spLocks noGrp="1"/>
              </p:cNvSpPr>
              <p:nvPr>
                <p:ph idx="1"/>
              </p:nvPr>
            </p:nvSpPr>
            <p:spPr/>
            <p:txBody>
              <a:bodyPr/>
              <a:lstStyle/>
              <a:p>
                <a:pPr marL="0" indent="0">
                  <a:buNone/>
                </a:pPr>
                <a:r>
                  <a:rPr lang="en-US" dirty="0"/>
                  <a:t>Build a PDA that accepts the language</a:t>
                </a:r>
              </a:p>
              <a:p>
                <a:pPr marL="0" indent="0">
                  <a:buNone/>
                </a:pPr>
                <a14:m>
                  <m:oMathPara xmlns:m="http://schemas.openxmlformats.org/officeDocument/2006/math">
                    <m:oMathParaPr>
                      <m:jc m:val="centerGroup"/>
                    </m:oMathParaPr>
                    <m:oMath xmlns:m="http://schemas.openxmlformats.org/officeDocument/2006/math">
                      <m:r>
                        <m:rPr>
                          <m:nor/>
                        </m:rPr>
                        <a:rPr lang="en-US" dirty="0"/>
                        <m:t>{</m:t>
                      </m:r>
                      <m:r>
                        <m:rPr>
                          <m:nor/>
                        </m:rPr>
                        <a:rPr lang="en-US" dirty="0"/>
                        <m:t>anbm</m:t>
                      </m:r>
                      <m:r>
                        <m:rPr>
                          <m:nor/>
                        </m:rPr>
                        <a:rPr lang="en-US" dirty="0"/>
                        <m:t> | </m:t>
                      </m:r>
                      <m:r>
                        <a:rPr lang="en-US" i="1" dirty="0">
                          <a:latin typeface="Cambria Math" panose="02040503050406030204" pitchFamily="18" charset="0"/>
                        </a:rPr>
                        <m:t>𝑛</m:t>
                      </m:r>
                      <m:r>
                        <a:rPr lang="en-US" i="1" dirty="0">
                          <a:latin typeface="Cambria Math" panose="02040503050406030204" pitchFamily="18" charset="0"/>
                        </a:rPr>
                        <m:t>&gt;</m:t>
                      </m:r>
                      <m:r>
                        <a:rPr lang="en-US" i="1" dirty="0">
                          <a:latin typeface="Cambria Math" panose="02040503050406030204" pitchFamily="18" charset="0"/>
                        </a:rPr>
                        <m:t>𝑚</m:t>
                      </m:r>
                      <m:r>
                        <a:rPr lang="en-US" i="1" dirty="0">
                          <a:latin typeface="Cambria Math" panose="02040503050406030204" pitchFamily="18" charset="0"/>
                        </a:rPr>
                        <m:t> </m:t>
                      </m:r>
                      <m:r>
                        <a:rPr lang="en-US" i="1" dirty="0">
                          <a:latin typeface="Cambria Math" panose="02040503050406030204" pitchFamily="18" charset="0"/>
                        </a:rPr>
                        <m:t>𝑎𝑛𝑑</m:t>
                      </m:r>
                      <m:r>
                        <a:rPr lang="en-US" i="1" dirty="0">
                          <a:latin typeface="Cambria Math" panose="02040503050406030204" pitchFamily="18" charset="0"/>
                        </a:rPr>
                        <m:t> </m:t>
                      </m:r>
                      <m:r>
                        <a:rPr lang="en-US" i="1" dirty="0">
                          <a:latin typeface="Cambria Math" panose="02040503050406030204" pitchFamily="18" charset="0"/>
                        </a:rPr>
                        <m:t>𝑚</m:t>
                      </m:r>
                      <m:r>
                        <a:rPr lang="en-US" i="1" dirty="0">
                          <a:latin typeface="Cambria Math" panose="02040503050406030204" pitchFamily="18" charset="0"/>
                        </a:rPr>
                        <m:t>,</m:t>
                      </m:r>
                      <m:r>
                        <a:rPr lang="en-US" i="1" dirty="0">
                          <a:latin typeface="Cambria Math" panose="02040503050406030204" pitchFamily="18" charset="0"/>
                        </a:rPr>
                        <m:t>𝑛</m:t>
                      </m:r>
                      <m:r>
                        <a:rPr lang="en-US" i="1">
                          <a:latin typeface="Cambria Math" panose="02040503050406030204" pitchFamily="18" charset="0"/>
                        </a:rPr>
                        <m:t>∈</m:t>
                      </m:r>
                      <m:r>
                        <a:rPr lang="en-US" i="1">
                          <a:latin typeface="Cambria Math" panose="02040503050406030204" pitchFamily="18" charset="0"/>
                        </a:rPr>
                        <m:t>ℕ</m:t>
                      </m:r>
                      <m:r>
                        <m:rPr>
                          <m:nor/>
                        </m:rPr>
                        <a:rPr lang="en-US" dirty="0"/>
                        <m:t>}</m:t>
                      </m:r>
                    </m:oMath>
                  </m:oMathPara>
                </a14:m>
                <a:endParaRPr lang="en-US" sz="2000" baseline="30000" dirty="0"/>
              </a:p>
              <a:p>
                <a:pPr marL="0" indent="0">
                  <a:buNone/>
                </a:pPr>
                <a:endParaRPr lang="en-IL" dirty="0"/>
              </a:p>
            </p:txBody>
          </p:sp>
        </mc:Choice>
        <mc:Fallback xmlns="">
          <p:sp>
            <p:nvSpPr>
              <p:cNvPr id="3" name="Content Placeholder 2">
                <a:extLst>
                  <a:ext uri="{FF2B5EF4-FFF2-40B4-BE49-F238E27FC236}">
                    <a16:creationId xmlns:a16="http://schemas.microsoft.com/office/drawing/2014/main" id="{5CBBC40C-AB08-61B9-07A0-4817A70C7446}"/>
                  </a:ext>
                </a:extLst>
              </p:cNvPr>
              <p:cNvSpPr>
                <a:spLocks noGrp="1" noRot="1" noChangeAspect="1" noMove="1" noResize="1" noEditPoints="1" noAdjustHandles="1" noChangeArrowheads="1" noChangeShapeType="1" noTextEdit="1"/>
              </p:cNvSpPr>
              <p:nvPr>
                <p:ph idx="1"/>
              </p:nvPr>
            </p:nvSpPr>
            <p:spPr>
              <a:blipFill>
                <a:blip r:embed="rId2"/>
                <a:stretch>
                  <a:fillRect l="-1111" t="-1167"/>
                </a:stretch>
              </a:blipFill>
            </p:spPr>
            <p:txBody>
              <a:bodyPr/>
              <a:lstStyle/>
              <a:p>
                <a:r>
                  <a:rPr lang="en-US">
                    <a:noFill/>
                  </a:rPr>
                  <a:t> </a:t>
                </a:r>
              </a:p>
            </p:txBody>
          </p:sp>
        </mc:Fallback>
      </mc:AlternateContent>
    </p:spTree>
    <p:extLst>
      <p:ext uri="{BB962C8B-B14F-4D97-AF65-F5344CB8AC3E}">
        <p14:creationId xmlns:p14="http://schemas.microsoft.com/office/powerpoint/2010/main" val="12127334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l="4112" r="11703" b="26602"/>
          <a:stretch/>
        </p:blipFill>
        <p:spPr>
          <a:xfrm>
            <a:off x="1332601" y="2211078"/>
            <a:ext cx="6992240" cy="2932422"/>
          </a:xfrm>
          <a:prstGeom prst="rect">
            <a:avLst/>
          </a:prstGeom>
        </p:spPr>
      </p:pic>
      <p:sp>
        <p:nvSpPr>
          <p:cNvPr id="2" name="Title 1"/>
          <p:cNvSpPr>
            <a:spLocks noGrp="1"/>
          </p:cNvSpPr>
          <p:nvPr>
            <p:ph type="title"/>
          </p:nvPr>
        </p:nvSpPr>
        <p:spPr/>
        <p:txBody>
          <a:bodyPr/>
          <a:lstStyle/>
          <a:p>
            <a:r>
              <a:rPr lang="en-US"/>
              <a:t>Designing a PDA</a:t>
            </a:r>
          </a:p>
        </p:txBody>
      </p:sp>
      <p:sp>
        <p:nvSpPr>
          <p:cNvPr id="3" name="Content Placeholder 2"/>
          <p:cNvSpPr>
            <a:spLocks noGrp="1"/>
          </p:cNvSpPr>
          <p:nvPr>
            <p:ph idx="1"/>
          </p:nvPr>
        </p:nvSpPr>
        <p:spPr>
          <a:xfrm>
            <a:off x="457200" y="1200150"/>
            <a:ext cx="8526104" cy="3657600"/>
          </a:xfrm>
        </p:spPr>
        <p:txBody>
          <a:bodyPr>
            <a:normAutofit/>
          </a:bodyPr>
          <a:lstStyle/>
          <a:p>
            <a:pPr marL="0" indent="0" algn="ctr">
              <a:buNone/>
            </a:pPr>
            <a:r>
              <a:rPr lang="en-US" dirty="0"/>
              <a:t>L = { </a:t>
            </a:r>
            <a:r>
              <a:rPr lang="en-US" dirty="0" err="1"/>
              <a:t>a</a:t>
            </a:r>
            <a:r>
              <a:rPr lang="en-US" baseline="30000" dirty="0" err="1"/>
              <a:t>i</a:t>
            </a:r>
            <a:r>
              <a:rPr lang="en-US" dirty="0" err="1"/>
              <a:t>b</a:t>
            </a:r>
            <a:r>
              <a:rPr lang="en-US" baseline="30000" dirty="0" err="1"/>
              <a:t>j</a:t>
            </a:r>
            <a:r>
              <a:rPr lang="en-US" dirty="0" err="1"/>
              <a:t>c</a:t>
            </a:r>
            <a:r>
              <a:rPr lang="en-US" baseline="30000" dirty="0" err="1"/>
              <a:t>k</a:t>
            </a:r>
            <a:r>
              <a:rPr lang="en-US" dirty="0"/>
              <a:t> | </a:t>
            </a:r>
            <a:r>
              <a:rPr lang="en-US" dirty="0" err="1"/>
              <a:t>i</a:t>
            </a:r>
            <a:r>
              <a:rPr lang="en-US" dirty="0"/>
              <a:t>=j or </a:t>
            </a:r>
            <a:r>
              <a:rPr lang="en-US" dirty="0" err="1"/>
              <a:t>i</a:t>
            </a:r>
            <a:r>
              <a:rPr lang="en-US" dirty="0"/>
              <a:t>=k, with i,j,k≥0 }</a:t>
            </a:r>
          </a:p>
          <a:p>
            <a:pPr marL="0" indent="0" algn="ctr">
              <a:buNone/>
            </a:pPr>
            <a:endParaRPr lang="en-US" dirty="0"/>
          </a:p>
          <a:p>
            <a:pPr marL="0" indent="0">
              <a:buNone/>
            </a:pPr>
            <a:r>
              <a:rPr lang="en-US" i="1" dirty="0">
                <a:solidFill>
                  <a:schemeClr val="accent1"/>
                </a:solidFill>
              </a:rPr>
              <a:t> Formal definition of PDA:</a:t>
            </a:r>
          </a:p>
          <a:p>
            <a:pPr marL="0" indent="0">
              <a:buNone/>
            </a:pPr>
            <a:r>
              <a:rPr lang="en-US" dirty="0">
                <a:solidFill>
                  <a:srgbClr val="292934"/>
                </a:solidFill>
                <a:effectLst/>
              </a:rPr>
              <a:t>  </a:t>
            </a:r>
          </a:p>
          <a:p>
            <a:pPr>
              <a:buFontTx/>
              <a:buChar char="-"/>
            </a:pPr>
            <a:endParaRPr lang="en-US" dirty="0">
              <a:solidFill>
                <a:srgbClr val="292934"/>
              </a:solidFill>
              <a:effectLst/>
            </a:endParaRPr>
          </a:p>
        </p:txBody>
      </p:sp>
    </p:spTree>
    <p:extLst>
      <p:ext uri="{BB962C8B-B14F-4D97-AF65-F5344CB8AC3E}">
        <p14:creationId xmlns:p14="http://schemas.microsoft.com/office/powerpoint/2010/main" val="10165839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BFC173-1C7E-7570-9C57-0A7E0FC16A97}"/>
              </a:ext>
            </a:extLst>
          </p:cNvPr>
          <p:cNvSpPr>
            <a:spLocks noGrp="1"/>
          </p:cNvSpPr>
          <p:nvPr>
            <p:ph type="title"/>
          </p:nvPr>
        </p:nvSpPr>
        <p:spPr/>
        <p:txBody>
          <a:bodyPr/>
          <a:lstStyle/>
          <a:p>
            <a:r>
              <a:rPr lang="en-US" dirty="0"/>
              <a:t>Challenge construction</a:t>
            </a:r>
            <a:endParaRPr lang="en-IL" dirty="0"/>
          </a:p>
        </p:txBody>
      </p:sp>
      <p:sp>
        <p:nvSpPr>
          <p:cNvPr id="3" name="Content Placeholder 2">
            <a:extLst>
              <a:ext uri="{FF2B5EF4-FFF2-40B4-BE49-F238E27FC236}">
                <a16:creationId xmlns:a16="http://schemas.microsoft.com/office/drawing/2014/main" id="{D63FAC30-C0FE-9F19-9BFB-4607BF3EBD8B}"/>
              </a:ext>
            </a:extLst>
          </p:cNvPr>
          <p:cNvSpPr>
            <a:spLocks noGrp="1"/>
          </p:cNvSpPr>
          <p:nvPr>
            <p:ph idx="1"/>
          </p:nvPr>
        </p:nvSpPr>
        <p:spPr/>
        <p:txBody>
          <a:bodyPr/>
          <a:lstStyle/>
          <a:p>
            <a:r>
              <a:rPr lang="en-US" dirty="0"/>
              <a:t>Given word w, and character c, define </a:t>
            </a:r>
          </a:p>
          <a:p>
            <a:pPr marL="0" indent="0" algn="ctr">
              <a:buNone/>
            </a:pPr>
            <a:r>
              <a:rPr lang="en-US" dirty="0"/>
              <a:t>count(w,c) = count of c in w </a:t>
            </a:r>
          </a:p>
          <a:p>
            <a:pPr marL="0" indent="0" algn="ctr">
              <a:buNone/>
            </a:pPr>
            <a:endParaRPr lang="en-US" dirty="0"/>
          </a:p>
          <a:p>
            <a:r>
              <a:rPr lang="en-US" dirty="0"/>
              <a:t>Consider the language </a:t>
            </a:r>
          </a:p>
          <a:p>
            <a:pPr marL="0" indent="0" algn="ctr">
              <a:buNone/>
            </a:pPr>
            <a:r>
              <a:rPr lang="en-US" dirty="0"/>
              <a:t>L={w</a:t>
            </a:r>
            <a:r>
              <a:rPr lang="en-US" baseline="-25000" dirty="0"/>
              <a:t>1</a:t>
            </a:r>
            <a:r>
              <a:rPr lang="en-US" dirty="0"/>
              <a:t> w</a:t>
            </a:r>
            <a:r>
              <a:rPr lang="en-US" baseline="-25000" dirty="0"/>
              <a:t>2</a:t>
            </a:r>
            <a:r>
              <a:rPr lang="en-US" dirty="0"/>
              <a:t>: w</a:t>
            </a:r>
            <a:r>
              <a:rPr lang="en-US" baseline="-25000" dirty="0"/>
              <a:t>1</a:t>
            </a:r>
            <a:r>
              <a:rPr lang="en-US" dirty="0"/>
              <a:t>,w</a:t>
            </a:r>
            <a:r>
              <a:rPr lang="en-US" baseline="-25000" dirty="0"/>
              <a:t>2</a:t>
            </a:r>
            <a:r>
              <a:rPr lang="en-US" dirty="0"/>
              <a:t> in {0,1}*,count(w</a:t>
            </a:r>
            <a:r>
              <a:rPr lang="en-US" baseline="-25000" dirty="0"/>
              <a:t>1</a:t>
            </a:r>
            <a:r>
              <a:rPr lang="en-US" dirty="0"/>
              <a:t>,0)=count(w</a:t>
            </a:r>
            <a:r>
              <a:rPr lang="en-US" baseline="-25000" dirty="0"/>
              <a:t>2</a:t>
            </a:r>
            <a:r>
              <a:rPr lang="en-US" dirty="0"/>
              <a:t>,1)}</a:t>
            </a:r>
          </a:p>
          <a:p>
            <a:endParaRPr lang="en-US" dirty="0"/>
          </a:p>
          <a:p>
            <a:r>
              <a:rPr lang="en-US" dirty="0"/>
              <a:t>Design a CFG and PDA for it</a:t>
            </a:r>
          </a:p>
          <a:p>
            <a:pPr marL="0" indent="0" algn="ctr">
              <a:buNone/>
            </a:pPr>
            <a:endParaRPr lang="en-US" dirty="0"/>
          </a:p>
          <a:p>
            <a:pPr marL="0" indent="0">
              <a:buNone/>
            </a:pPr>
            <a:endParaRPr lang="en-US" dirty="0"/>
          </a:p>
        </p:txBody>
      </p:sp>
    </p:spTree>
    <p:extLst>
      <p:ext uri="{BB962C8B-B14F-4D97-AF65-F5344CB8AC3E}">
        <p14:creationId xmlns:p14="http://schemas.microsoft.com/office/powerpoint/2010/main" val="27744284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15E337-0604-43BD-553E-65D11968AC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B43512-2A67-D853-63D1-AB226426F383}"/>
              </a:ext>
            </a:extLst>
          </p:cNvPr>
          <p:cNvSpPr>
            <a:spLocks noGrp="1"/>
          </p:cNvSpPr>
          <p:nvPr>
            <p:ph type="title"/>
          </p:nvPr>
        </p:nvSpPr>
        <p:spPr/>
        <p:txBody>
          <a:bodyPr/>
          <a:lstStyle/>
          <a:p>
            <a:r>
              <a:rPr lang="en-US" dirty="0"/>
              <a:t>Challenge PDA construction</a:t>
            </a:r>
            <a:endParaRPr lang="en-IL" dirty="0"/>
          </a:p>
        </p:txBody>
      </p:sp>
      <p:sp>
        <p:nvSpPr>
          <p:cNvPr id="3" name="Content Placeholder 2">
            <a:extLst>
              <a:ext uri="{FF2B5EF4-FFF2-40B4-BE49-F238E27FC236}">
                <a16:creationId xmlns:a16="http://schemas.microsoft.com/office/drawing/2014/main" id="{7B79997C-6C29-48CD-76F9-835F8FF592BF}"/>
              </a:ext>
            </a:extLst>
          </p:cNvPr>
          <p:cNvSpPr>
            <a:spLocks noGrp="1"/>
          </p:cNvSpPr>
          <p:nvPr>
            <p:ph idx="1"/>
          </p:nvPr>
        </p:nvSpPr>
        <p:spPr/>
        <p:txBody>
          <a:bodyPr/>
          <a:lstStyle/>
          <a:p>
            <a:pPr marL="0" indent="0" algn="ctr">
              <a:buNone/>
            </a:pPr>
            <a:r>
              <a:rPr lang="en-US" dirty="0"/>
              <a:t>L={w</a:t>
            </a:r>
            <a:r>
              <a:rPr lang="en-US" baseline="-25000" dirty="0"/>
              <a:t>1</a:t>
            </a:r>
            <a:r>
              <a:rPr lang="en-US" dirty="0"/>
              <a:t> w</a:t>
            </a:r>
            <a:r>
              <a:rPr lang="en-US" baseline="-25000" dirty="0"/>
              <a:t>2</a:t>
            </a:r>
            <a:r>
              <a:rPr lang="en-US" dirty="0"/>
              <a:t>: w</a:t>
            </a:r>
            <a:r>
              <a:rPr lang="en-US" baseline="-25000" dirty="0"/>
              <a:t>1</a:t>
            </a:r>
            <a:r>
              <a:rPr lang="en-US" dirty="0"/>
              <a:t>,w</a:t>
            </a:r>
            <a:r>
              <a:rPr lang="en-US" baseline="-25000" dirty="0"/>
              <a:t>2</a:t>
            </a:r>
            <a:r>
              <a:rPr lang="en-US" dirty="0"/>
              <a:t> in {0,1}*,count(w</a:t>
            </a:r>
            <a:r>
              <a:rPr lang="en-US" baseline="-25000" dirty="0"/>
              <a:t>1</a:t>
            </a:r>
            <a:r>
              <a:rPr lang="en-US" dirty="0"/>
              <a:t>,0)=count(w</a:t>
            </a:r>
            <a:r>
              <a:rPr lang="en-US" baseline="-25000" dirty="0"/>
              <a:t>2</a:t>
            </a:r>
            <a:r>
              <a:rPr lang="en-US" dirty="0"/>
              <a:t>,1)}</a:t>
            </a:r>
          </a:p>
          <a:p>
            <a:endParaRPr lang="en-US" dirty="0"/>
          </a:p>
          <a:p>
            <a:pPr marL="0" indent="0" algn="ctr">
              <a:buNone/>
            </a:pPr>
            <a:endParaRPr lang="en-US" dirty="0"/>
          </a:p>
          <a:p>
            <a:pPr marL="0" indent="0">
              <a:buNone/>
            </a:pPr>
            <a:endParaRPr lang="en-US" dirty="0"/>
          </a:p>
        </p:txBody>
      </p:sp>
    </p:spTree>
    <p:extLst>
      <p:ext uri="{BB962C8B-B14F-4D97-AF65-F5344CB8AC3E}">
        <p14:creationId xmlns:p14="http://schemas.microsoft.com/office/powerpoint/2010/main" val="36646437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2D6A49-C25A-6BE9-8766-610DD2FD18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791F1D-FDC5-48E9-C868-EF91B93F1848}"/>
              </a:ext>
            </a:extLst>
          </p:cNvPr>
          <p:cNvSpPr>
            <a:spLocks noGrp="1"/>
          </p:cNvSpPr>
          <p:nvPr>
            <p:ph type="title"/>
          </p:nvPr>
        </p:nvSpPr>
        <p:spPr/>
        <p:txBody>
          <a:bodyPr/>
          <a:lstStyle/>
          <a:p>
            <a:r>
              <a:rPr lang="en-US" dirty="0"/>
              <a:t>Challenge CFG construction</a:t>
            </a:r>
            <a:endParaRPr lang="en-IL" dirty="0"/>
          </a:p>
        </p:txBody>
      </p:sp>
      <p:sp>
        <p:nvSpPr>
          <p:cNvPr id="3" name="Content Placeholder 2">
            <a:extLst>
              <a:ext uri="{FF2B5EF4-FFF2-40B4-BE49-F238E27FC236}">
                <a16:creationId xmlns:a16="http://schemas.microsoft.com/office/drawing/2014/main" id="{A9D1C98A-8FA2-88A2-195A-FA9734377FE9}"/>
              </a:ext>
            </a:extLst>
          </p:cNvPr>
          <p:cNvSpPr>
            <a:spLocks noGrp="1"/>
          </p:cNvSpPr>
          <p:nvPr>
            <p:ph idx="1"/>
          </p:nvPr>
        </p:nvSpPr>
        <p:spPr/>
        <p:txBody>
          <a:bodyPr/>
          <a:lstStyle/>
          <a:p>
            <a:pPr marL="0" indent="0" algn="ctr">
              <a:buNone/>
            </a:pPr>
            <a:r>
              <a:rPr lang="en-US" dirty="0"/>
              <a:t>L={w</a:t>
            </a:r>
            <a:r>
              <a:rPr lang="en-US" baseline="-25000" dirty="0"/>
              <a:t>1</a:t>
            </a:r>
            <a:r>
              <a:rPr lang="en-US" dirty="0"/>
              <a:t> w</a:t>
            </a:r>
            <a:r>
              <a:rPr lang="en-US" baseline="-25000" dirty="0"/>
              <a:t>2</a:t>
            </a:r>
            <a:r>
              <a:rPr lang="en-US" dirty="0"/>
              <a:t>: w</a:t>
            </a:r>
            <a:r>
              <a:rPr lang="en-US" baseline="-25000" dirty="0"/>
              <a:t>1</a:t>
            </a:r>
            <a:r>
              <a:rPr lang="en-US" dirty="0"/>
              <a:t>,w</a:t>
            </a:r>
            <a:r>
              <a:rPr lang="en-US" baseline="-25000" dirty="0"/>
              <a:t>2</a:t>
            </a:r>
            <a:r>
              <a:rPr lang="en-US" dirty="0"/>
              <a:t> in {0,1}*,count(w</a:t>
            </a:r>
            <a:r>
              <a:rPr lang="en-US" baseline="-25000" dirty="0"/>
              <a:t>1</a:t>
            </a:r>
            <a:r>
              <a:rPr lang="en-US" dirty="0"/>
              <a:t>,0)=count(w</a:t>
            </a:r>
            <a:r>
              <a:rPr lang="en-US" baseline="-25000" dirty="0"/>
              <a:t>2</a:t>
            </a:r>
            <a:r>
              <a:rPr lang="en-US" dirty="0"/>
              <a:t>,1)}</a:t>
            </a:r>
          </a:p>
          <a:p>
            <a:endParaRPr lang="en-US" dirty="0"/>
          </a:p>
          <a:p>
            <a:pPr marL="0" indent="0" algn="ctr">
              <a:buNone/>
            </a:pPr>
            <a:endParaRPr lang="en-US" dirty="0"/>
          </a:p>
          <a:p>
            <a:pPr marL="0" indent="0">
              <a:buNone/>
            </a:pPr>
            <a:endParaRPr lang="en-US" dirty="0"/>
          </a:p>
        </p:txBody>
      </p:sp>
    </p:spTree>
    <p:extLst>
      <p:ext uri="{BB962C8B-B14F-4D97-AF65-F5344CB8AC3E}">
        <p14:creationId xmlns:p14="http://schemas.microsoft.com/office/powerpoint/2010/main" val="38056779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6DDABC-F753-6FF8-BA4D-FB099059BC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94A919-CD88-00C2-9AF3-744B6DAA2ECE}"/>
              </a:ext>
            </a:extLst>
          </p:cNvPr>
          <p:cNvSpPr>
            <a:spLocks noGrp="1"/>
          </p:cNvSpPr>
          <p:nvPr>
            <p:ph type="title"/>
          </p:nvPr>
        </p:nvSpPr>
        <p:spPr/>
        <p:txBody>
          <a:bodyPr/>
          <a:lstStyle/>
          <a:p>
            <a:r>
              <a:rPr lang="en-US" dirty="0"/>
              <a:t>Challenge: design a PDA</a:t>
            </a:r>
            <a:endParaRPr lang="en-IL"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5F0BCEC-571B-0CEE-0FEC-94551B70304A}"/>
                  </a:ext>
                </a:extLst>
              </p:cNvPr>
              <p:cNvSpPr>
                <a:spLocks noGrp="1"/>
              </p:cNvSpPr>
              <p:nvPr>
                <p:ph idx="1"/>
              </p:nvPr>
            </p:nvSpPr>
            <p:spPr/>
            <p:txBody>
              <a:bodyPr/>
              <a:lstStyle/>
              <a:p>
                <a:pPr marL="0" indent="0">
                  <a:buNone/>
                </a:pPr>
                <a:r>
                  <a:rPr lang="en-US" dirty="0"/>
                  <a:t>Build a PDA that accepts the language</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e>
                          </m:d>
                        </m:e>
                        <m:sup>
                          <m:r>
                            <a:rPr lang="en-US" b="0" i="1" smtClean="0">
                              <a:latin typeface="Cambria Math" panose="02040503050406030204" pitchFamily="18" charset="0"/>
                            </a:rPr>
                            <m:t>∗</m:t>
                          </m:r>
                        </m:sup>
                      </m:sSup>
                      <m:r>
                        <a:rPr lang="en-US" b="0" i="1" smtClean="0">
                          <a:latin typeface="Cambria Math" panose="02040503050406030204" pitchFamily="18" charset="0"/>
                        </a:rPr>
                        <m:t>:</m:t>
                      </m:r>
                      <m:r>
                        <m:rPr>
                          <m:nor/>
                        </m:rPr>
                        <a:rPr lang="en-US" dirty="0"/>
                        <m:t>#</m:t>
                      </m:r>
                      <m:r>
                        <m:rPr>
                          <m:nor/>
                        </m:rPr>
                        <a:rPr lang="en-US" dirty="0"/>
                        <m:t>a</m:t>
                      </m:r>
                      <m:r>
                        <m:rPr>
                          <m:nor/>
                        </m:rPr>
                        <a:rPr lang="en-US" dirty="0"/>
                        <m:t> </m:t>
                      </m:r>
                      <m:r>
                        <m:rPr>
                          <m:nor/>
                        </m:rPr>
                        <a:rPr lang="en-US" dirty="0"/>
                        <m:t>in</m:t>
                      </m:r>
                      <m:r>
                        <m:rPr>
                          <m:nor/>
                        </m:rPr>
                        <a:rPr lang="en-US" dirty="0"/>
                        <m:t> </m:t>
                      </m:r>
                      <m:r>
                        <m:rPr>
                          <m:nor/>
                        </m:rPr>
                        <a:rPr lang="en-US" dirty="0"/>
                        <m:t>x</m:t>
                      </m:r>
                      <m:r>
                        <m:rPr>
                          <m:nor/>
                        </m:rPr>
                        <a:rPr lang="en-US" dirty="0"/>
                        <m:t> = #</m:t>
                      </m:r>
                      <m:r>
                        <m:rPr>
                          <m:nor/>
                        </m:rPr>
                        <a:rPr lang="en-US" dirty="0"/>
                        <m:t>b</m:t>
                      </m:r>
                      <m:r>
                        <m:rPr>
                          <m:nor/>
                        </m:rPr>
                        <a:rPr lang="en-US" dirty="0"/>
                        <m:t> </m:t>
                      </m:r>
                      <m:r>
                        <m:rPr>
                          <m:nor/>
                        </m:rPr>
                        <a:rPr lang="en-US" dirty="0"/>
                        <m:t>in</m:t>
                      </m:r>
                      <m:r>
                        <m:rPr>
                          <m:nor/>
                        </m:rPr>
                        <a:rPr lang="en-US" dirty="0"/>
                        <m:t> </m:t>
                      </m:r>
                      <m:r>
                        <m:rPr>
                          <m:nor/>
                        </m:rPr>
                        <a:rPr lang="en-US" dirty="0"/>
                        <m:t>x</m:t>
                      </m:r>
                      <m:r>
                        <m:rPr>
                          <m:nor/>
                        </m:rPr>
                        <a:rPr lang="en-US" b="0" i="0" dirty="0" smtClean="0"/>
                        <m:t>}</m:t>
                      </m:r>
                    </m:oMath>
                  </m:oMathPara>
                </a14:m>
                <a:endParaRPr lang="en-IL" dirty="0"/>
              </a:p>
            </p:txBody>
          </p:sp>
        </mc:Choice>
        <mc:Fallback xmlns="">
          <p:sp>
            <p:nvSpPr>
              <p:cNvPr id="3" name="Content Placeholder 2">
                <a:extLst>
                  <a:ext uri="{FF2B5EF4-FFF2-40B4-BE49-F238E27FC236}">
                    <a16:creationId xmlns:a16="http://schemas.microsoft.com/office/drawing/2014/main" id="{75F0BCEC-571B-0CEE-0FEC-94551B70304A}"/>
                  </a:ext>
                </a:extLst>
              </p:cNvPr>
              <p:cNvSpPr>
                <a:spLocks noGrp="1" noRot="1" noChangeAspect="1" noMove="1" noResize="1" noEditPoints="1" noAdjustHandles="1" noChangeArrowheads="1" noChangeShapeType="1" noTextEdit="1"/>
              </p:cNvSpPr>
              <p:nvPr>
                <p:ph idx="1"/>
              </p:nvPr>
            </p:nvSpPr>
            <p:spPr>
              <a:blipFill>
                <a:blip r:embed="rId2"/>
                <a:stretch>
                  <a:fillRect l="-1111" t="-1167"/>
                </a:stretch>
              </a:blipFill>
            </p:spPr>
            <p:txBody>
              <a:bodyPr/>
              <a:lstStyle/>
              <a:p>
                <a:r>
                  <a:rPr lang="en-IL">
                    <a:noFill/>
                  </a:rPr>
                  <a:t> </a:t>
                </a:r>
              </a:p>
            </p:txBody>
          </p:sp>
        </mc:Fallback>
      </mc:AlternateContent>
    </p:spTree>
    <p:extLst>
      <p:ext uri="{BB962C8B-B14F-4D97-AF65-F5344CB8AC3E}">
        <p14:creationId xmlns:p14="http://schemas.microsoft.com/office/powerpoint/2010/main" val="13859310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25053-99E9-BB91-5FCB-16F0F646094F}"/>
              </a:ext>
            </a:extLst>
          </p:cNvPr>
          <p:cNvSpPr>
            <a:spLocks noGrp="1"/>
          </p:cNvSpPr>
          <p:nvPr>
            <p:ph type="title"/>
          </p:nvPr>
        </p:nvSpPr>
        <p:spPr/>
        <p:txBody>
          <a:bodyPr/>
          <a:lstStyle/>
          <a:p>
            <a:r>
              <a:rPr lang="en-US" dirty="0"/>
              <a:t>Design a PDA</a:t>
            </a:r>
            <a:endParaRPr lang="en-IL" dirty="0"/>
          </a:p>
        </p:txBody>
      </p:sp>
      <p:sp>
        <p:nvSpPr>
          <p:cNvPr id="3" name="Content Placeholder 2">
            <a:extLst>
              <a:ext uri="{FF2B5EF4-FFF2-40B4-BE49-F238E27FC236}">
                <a16:creationId xmlns:a16="http://schemas.microsoft.com/office/drawing/2014/main" id="{5CBBC40C-AB08-61B9-07A0-4817A70C7446}"/>
              </a:ext>
            </a:extLst>
          </p:cNvPr>
          <p:cNvSpPr>
            <a:spLocks noGrp="1"/>
          </p:cNvSpPr>
          <p:nvPr>
            <p:ph idx="1"/>
          </p:nvPr>
        </p:nvSpPr>
        <p:spPr/>
        <p:txBody>
          <a:bodyPr/>
          <a:lstStyle/>
          <a:p>
            <a:pPr marL="0" indent="0">
              <a:buNone/>
            </a:pPr>
            <a:r>
              <a:rPr lang="en-US" dirty="0"/>
              <a:t>Build a PDA that accepts the language</a:t>
            </a:r>
          </a:p>
          <a:p>
            <a:pPr marL="0" indent="0" algn="ctr">
              <a:buNone/>
            </a:pPr>
            <a:r>
              <a:rPr lang="en-US" sz="2000" dirty="0"/>
              <a:t>{w | the number of a’s in w is not same as the number of b’s in w}</a:t>
            </a:r>
          </a:p>
          <a:p>
            <a:pPr marL="0" indent="0">
              <a:buNone/>
            </a:pPr>
            <a:endParaRPr lang="en-IL" dirty="0"/>
          </a:p>
        </p:txBody>
      </p:sp>
    </p:spTree>
    <p:extLst>
      <p:ext uri="{BB962C8B-B14F-4D97-AF65-F5344CB8AC3E}">
        <p14:creationId xmlns:p14="http://schemas.microsoft.com/office/powerpoint/2010/main" val="3627699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25053-99E9-BB91-5FCB-16F0F646094F}"/>
              </a:ext>
            </a:extLst>
          </p:cNvPr>
          <p:cNvSpPr>
            <a:spLocks noGrp="1"/>
          </p:cNvSpPr>
          <p:nvPr>
            <p:ph type="title"/>
          </p:nvPr>
        </p:nvSpPr>
        <p:spPr/>
        <p:txBody>
          <a:bodyPr/>
          <a:lstStyle/>
          <a:p>
            <a:r>
              <a:rPr lang="en-US" dirty="0"/>
              <a:t>Design a PDA</a:t>
            </a:r>
            <a:endParaRPr lang="en-IL" dirty="0"/>
          </a:p>
        </p:txBody>
      </p:sp>
      <p:sp>
        <p:nvSpPr>
          <p:cNvPr id="3" name="Content Placeholder 2">
            <a:extLst>
              <a:ext uri="{FF2B5EF4-FFF2-40B4-BE49-F238E27FC236}">
                <a16:creationId xmlns:a16="http://schemas.microsoft.com/office/drawing/2014/main" id="{5CBBC40C-AB08-61B9-07A0-4817A70C7446}"/>
              </a:ext>
            </a:extLst>
          </p:cNvPr>
          <p:cNvSpPr>
            <a:spLocks noGrp="1"/>
          </p:cNvSpPr>
          <p:nvPr>
            <p:ph idx="1"/>
          </p:nvPr>
        </p:nvSpPr>
        <p:spPr/>
        <p:txBody>
          <a:bodyPr/>
          <a:lstStyle/>
          <a:p>
            <a:pPr marL="0" indent="0">
              <a:buNone/>
            </a:pPr>
            <a:r>
              <a:rPr lang="en-US" dirty="0"/>
              <a:t>Build a PDA that accepts the language</a:t>
            </a:r>
          </a:p>
          <a:p>
            <a:pPr marL="0" indent="0" algn="ctr">
              <a:buNone/>
            </a:pPr>
            <a:r>
              <a:rPr lang="en-US" sz="2000" dirty="0"/>
              <a:t>{</a:t>
            </a:r>
            <a:r>
              <a:rPr lang="en-US" sz="2000" dirty="0" err="1"/>
              <a:t>x#y</a:t>
            </a:r>
            <a:r>
              <a:rPr lang="en-US" sz="2000" dirty="0"/>
              <a:t> | the number of 00 substring in x is equal to the number of 11 substring in y}</a:t>
            </a:r>
          </a:p>
          <a:p>
            <a:pPr marL="0" indent="0">
              <a:buNone/>
            </a:pPr>
            <a:endParaRPr lang="en-IL" dirty="0"/>
          </a:p>
        </p:txBody>
      </p:sp>
    </p:spTree>
    <p:extLst>
      <p:ext uri="{BB962C8B-B14F-4D97-AF65-F5344CB8AC3E}">
        <p14:creationId xmlns:p14="http://schemas.microsoft.com/office/powerpoint/2010/main" val="8691508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25053-99E9-BB91-5FCB-16F0F646094F}"/>
              </a:ext>
            </a:extLst>
          </p:cNvPr>
          <p:cNvSpPr>
            <a:spLocks noGrp="1"/>
          </p:cNvSpPr>
          <p:nvPr>
            <p:ph type="title"/>
          </p:nvPr>
        </p:nvSpPr>
        <p:spPr/>
        <p:txBody>
          <a:bodyPr/>
          <a:lstStyle/>
          <a:p>
            <a:r>
              <a:rPr lang="en-US" dirty="0"/>
              <a:t>Design a PDA</a:t>
            </a:r>
            <a:endParaRPr lang="en-IL" dirty="0"/>
          </a:p>
        </p:txBody>
      </p:sp>
      <p:sp>
        <p:nvSpPr>
          <p:cNvPr id="3" name="Content Placeholder 2">
            <a:extLst>
              <a:ext uri="{FF2B5EF4-FFF2-40B4-BE49-F238E27FC236}">
                <a16:creationId xmlns:a16="http://schemas.microsoft.com/office/drawing/2014/main" id="{5CBBC40C-AB08-61B9-07A0-4817A70C7446}"/>
              </a:ext>
            </a:extLst>
          </p:cNvPr>
          <p:cNvSpPr>
            <a:spLocks noGrp="1"/>
          </p:cNvSpPr>
          <p:nvPr>
            <p:ph idx="1"/>
          </p:nvPr>
        </p:nvSpPr>
        <p:spPr/>
        <p:txBody>
          <a:bodyPr/>
          <a:lstStyle/>
          <a:p>
            <a:pPr marL="0" indent="0">
              <a:buNone/>
            </a:pPr>
            <a:r>
              <a:rPr lang="en-US" dirty="0"/>
              <a:t>Build a PDA that accepts the language</a:t>
            </a:r>
          </a:p>
          <a:p>
            <a:pPr marL="0" indent="0" algn="ctr">
              <a:buNone/>
            </a:pPr>
            <a:r>
              <a:rPr lang="en-US" sz="2000" dirty="0"/>
              <a:t>{w| w starts and end with the same character}</a:t>
            </a:r>
          </a:p>
          <a:p>
            <a:pPr marL="0" indent="0">
              <a:buNone/>
            </a:pPr>
            <a:endParaRPr lang="en-IL" dirty="0"/>
          </a:p>
        </p:txBody>
      </p:sp>
    </p:spTree>
    <p:extLst>
      <p:ext uri="{BB962C8B-B14F-4D97-AF65-F5344CB8AC3E}">
        <p14:creationId xmlns:p14="http://schemas.microsoft.com/office/powerpoint/2010/main" val="26919315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000"/>
              <a:t>PDAs and CFGs are equivalently expressive</a:t>
            </a:r>
          </a:p>
        </p:txBody>
      </p:sp>
      <p:sp>
        <p:nvSpPr>
          <p:cNvPr id="3" name="Content Placeholder 2"/>
          <p:cNvSpPr>
            <a:spLocks noGrp="1"/>
          </p:cNvSpPr>
          <p:nvPr>
            <p:ph idx="1"/>
          </p:nvPr>
        </p:nvSpPr>
        <p:spPr/>
        <p:txBody>
          <a:bodyPr/>
          <a:lstStyle/>
          <a:p>
            <a:pPr marL="0" indent="0">
              <a:buNone/>
            </a:pPr>
            <a:r>
              <a:rPr lang="en-US" b="1" dirty="0"/>
              <a:t>Theorem 2.20</a:t>
            </a:r>
            <a:r>
              <a:rPr lang="en-US" dirty="0"/>
              <a:t>: A language is context-free if and only some </a:t>
            </a:r>
            <a:r>
              <a:rPr lang="en-US" dirty="0">
                <a:solidFill>
                  <a:srgbClr val="808DA0"/>
                </a:solidFill>
              </a:rPr>
              <a:t>nondeterministic</a:t>
            </a:r>
            <a:r>
              <a:rPr lang="en-US" b="1" dirty="0">
                <a:solidFill>
                  <a:srgbClr val="808DA0"/>
                </a:solidFill>
              </a:rPr>
              <a:t> </a:t>
            </a:r>
            <a:r>
              <a:rPr lang="en-US" dirty="0"/>
              <a:t>PDA recognizes it.</a:t>
            </a:r>
          </a:p>
          <a:p>
            <a:pPr marL="0" indent="0">
              <a:buNone/>
            </a:pPr>
            <a:endParaRPr lang="en-US" dirty="0"/>
          </a:p>
          <a:p>
            <a:pPr marL="0" indent="0">
              <a:buNone/>
            </a:pPr>
            <a:r>
              <a:rPr lang="en-US" sz="1800" i="1" dirty="0">
                <a:solidFill>
                  <a:schemeClr val="tx2"/>
                </a:solidFill>
              </a:rPr>
              <a:t>Consequences</a:t>
            </a:r>
            <a:endParaRPr lang="en-US" sz="1800" dirty="0"/>
          </a:p>
          <a:p>
            <a:pPr>
              <a:buFontTx/>
              <a:buChar char="-"/>
            </a:pPr>
            <a:r>
              <a:rPr lang="en-US" sz="1800" i="1" dirty="0">
                <a:solidFill>
                  <a:schemeClr val="tx2"/>
                </a:solidFill>
              </a:rPr>
              <a:t>Quick proof that every regular language is context free</a:t>
            </a:r>
          </a:p>
          <a:p>
            <a:pPr>
              <a:buFontTx/>
              <a:buChar char="-"/>
            </a:pPr>
            <a:r>
              <a:rPr lang="en-US" sz="1800" i="1" dirty="0">
                <a:solidFill>
                  <a:schemeClr val="tx2"/>
                </a:solidFill>
              </a:rPr>
              <a:t>To prove closure of class of CFLs under a given operation, can choose two modes of proof (via CFGs or PDAs) depending on which is easier</a:t>
            </a:r>
          </a:p>
        </p:txBody>
      </p:sp>
    </p:spTree>
    <p:extLst>
      <p:ext uri="{BB962C8B-B14F-4D97-AF65-F5344CB8AC3E}">
        <p14:creationId xmlns:p14="http://schemas.microsoft.com/office/powerpoint/2010/main" val="13987436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5024DF-A4BF-2695-D542-3856AD3A44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A63892-A555-E04B-3B52-A0383BC43219}"/>
              </a:ext>
            </a:extLst>
          </p:cNvPr>
          <p:cNvSpPr>
            <a:spLocks noGrp="1"/>
          </p:cNvSpPr>
          <p:nvPr>
            <p:ph type="title"/>
          </p:nvPr>
        </p:nvSpPr>
        <p:spPr/>
        <p:txBody>
          <a:bodyPr/>
          <a:lstStyle/>
          <a:p>
            <a:r>
              <a:rPr lang="en-US" dirty="0"/>
              <a:t>Closure properties of CFLs </a:t>
            </a:r>
          </a:p>
        </p:txBody>
      </p:sp>
      <p:pic>
        <p:nvPicPr>
          <p:cNvPr id="22" name="Picture 21">
            <a:extLst>
              <a:ext uri="{FF2B5EF4-FFF2-40B4-BE49-F238E27FC236}">
                <a16:creationId xmlns:a16="http://schemas.microsoft.com/office/drawing/2014/main" id="{ECEC869C-0415-104E-155D-7936B42908E8}"/>
              </a:ext>
            </a:extLst>
          </p:cNvPr>
          <p:cNvPicPr>
            <a:picLocks noChangeAspect="1"/>
          </p:cNvPicPr>
          <p:nvPr/>
        </p:nvPicPr>
        <p:blipFill>
          <a:blip r:embed="rId2"/>
          <a:stretch>
            <a:fillRect/>
          </a:stretch>
        </p:blipFill>
        <p:spPr>
          <a:xfrm>
            <a:off x="457200" y="1200150"/>
            <a:ext cx="8321040" cy="3441596"/>
          </a:xfrm>
          <a:prstGeom prst="rect">
            <a:avLst/>
          </a:prstGeom>
        </p:spPr>
      </p:pic>
    </p:spTree>
    <p:extLst>
      <p:ext uri="{BB962C8B-B14F-4D97-AF65-F5344CB8AC3E}">
        <p14:creationId xmlns:p14="http://schemas.microsoft.com/office/powerpoint/2010/main" val="19319381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EC658-CE04-5A45-76C3-B17EA2A36C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36887A-4A9A-5C30-E54C-D84291E99846}"/>
              </a:ext>
            </a:extLst>
          </p:cNvPr>
          <p:cNvSpPr>
            <a:spLocks noGrp="1"/>
          </p:cNvSpPr>
          <p:nvPr>
            <p:ph type="title"/>
          </p:nvPr>
        </p:nvSpPr>
        <p:spPr/>
        <p:txBody>
          <a:bodyPr>
            <a:noAutofit/>
          </a:bodyPr>
          <a:lstStyle/>
          <a:p>
            <a:r>
              <a:rPr lang="en-US" sz="2800" dirty="0"/>
              <a:t>More bad news: CFL not closed under intersection </a:t>
            </a:r>
          </a:p>
        </p:txBody>
      </p:sp>
      <p:pic>
        <p:nvPicPr>
          <p:cNvPr id="6" name="Picture 5">
            <a:extLst>
              <a:ext uri="{FF2B5EF4-FFF2-40B4-BE49-F238E27FC236}">
                <a16:creationId xmlns:a16="http://schemas.microsoft.com/office/drawing/2014/main" id="{06284965-8CC7-F981-CBB8-4815D27E2568}"/>
              </a:ext>
            </a:extLst>
          </p:cNvPr>
          <p:cNvPicPr>
            <a:picLocks noChangeAspect="1"/>
          </p:cNvPicPr>
          <p:nvPr/>
        </p:nvPicPr>
        <p:blipFill>
          <a:blip r:embed="rId2"/>
          <a:stretch>
            <a:fillRect/>
          </a:stretch>
        </p:blipFill>
        <p:spPr>
          <a:xfrm>
            <a:off x="457200" y="1212499"/>
            <a:ext cx="8229600" cy="732151"/>
          </a:xfrm>
          <a:prstGeom prst="rect">
            <a:avLst/>
          </a:prstGeom>
        </p:spPr>
      </p:pic>
      <p:pic>
        <p:nvPicPr>
          <p:cNvPr id="5" name="Picture 4">
            <a:extLst>
              <a:ext uri="{FF2B5EF4-FFF2-40B4-BE49-F238E27FC236}">
                <a16:creationId xmlns:a16="http://schemas.microsoft.com/office/drawing/2014/main" id="{C3053529-B0BC-4187-AF8C-E0771CFB2827}"/>
              </a:ext>
            </a:extLst>
          </p:cNvPr>
          <p:cNvPicPr>
            <a:picLocks noChangeAspect="1"/>
          </p:cNvPicPr>
          <p:nvPr/>
        </p:nvPicPr>
        <p:blipFill>
          <a:blip r:embed="rId2"/>
          <a:stretch>
            <a:fillRect/>
          </a:stretch>
        </p:blipFill>
        <p:spPr>
          <a:xfrm>
            <a:off x="457200" y="2143942"/>
            <a:ext cx="8229600" cy="732151"/>
          </a:xfrm>
          <a:prstGeom prst="rect">
            <a:avLst/>
          </a:prstGeom>
        </p:spPr>
      </p:pic>
      <p:sp>
        <p:nvSpPr>
          <p:cNvPr id="7" name="Rectangle 6">
            <a:extLst>
              <a:ext uri="{FF2B5EF4-FFF2-40B4-BE49-F238E27FC236}">
                <a16:creationId xmlns:a16="http://schemas.microsoft.com/office/drawing/2014/main" id="{AB913E4B-2522-495F-80B2-D166F34DDE85}"/>
              </a:ext>
            </a:extLst>
          </p:cNvPr>
          <p:cNvSpPr/>
          <p:nvPr/>
        </p:nvSpPr>
        <p:spPr>
          <a:xfrm>
            <a:off x="3082103" y="2510017"/>
            <a:ext cx="1163781" cy="266166"/>
          </a:xfrm>
          <a:prstGeom prst="rect">
            <a:avLst/>
          </a:prstGeom>
          <a:solidFill>
            <a:srgbClr val="EBEB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i="1" dirty="0">
              <a:solidFill>
                <a:schemeClr val="tx1"/>
              </a:solidFill>
            </a:endParaRPr>
          </a:p>
        </p:txBody>
      </p:sp>
      <p:sp>
        <p:nvSpPr>
          <p:cNvPr id="10" name="TextBox 9">
            <a:extLst>
              <a:ext uri="{FF2B5EF4-FFF2-40B4-BE49-F238E27FC236}">
                <a16:creationId xmlns:a16="http://schemas.microsoft.com/office/drawing/2014/main" id="{7F55FA96-2C91-4279-B6BD-FED1ECA1DFE5}"/>
              </a:ext>
            </a:extLst>
          </p:cNvPr>
          <p:cNvSpPr txBox="1"/>
          <p:nvPr/>
        </p:nvSpPr>
        <p:spPr>
          <a:xfrm>
            <a:off x="2998976" y="2497228"/>
            <a:ext cx="1359668" cy="338554"/>
          </a:xfrm>
          <a:prstGeom prst="rect">
            <a:avLst/>
          </a:prstGeom>
          <a:noFill/>
        </p:spPr>
        <p:txBody>
          <a:bodyPr wrap="none" rtlCol="0">
            <a:spAutoFit/>
          </a:bodyPr>
          <a:lstStyle/>
          <a:p>
            <a:r>
              <a:rPr lang="en-US" sz="1600" i="1" dirty="0"/>
              <a:t>complement.</a:t>
            </a:r>
            <a:endParaRPr lang="en-US" i="1" dirty="0"/>
          </a:p>
        </p:txBody>
      </p:sp>
    </p:spTree>
    <p:extLst>
      <p:ext uri="{BB962C8B-B14F-4D97-AF65-F5344CB8AC3E}">
        <p14:creationId xmlns:p14="http://schemas.microsoft.com/office/powerpoint/2010/main" val="19892770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Example</a:t>
            </a:r>
          </a:p>
        </p:txBody>
      </p:sp>
      <p:sp>
        <p:nvSpPr>
          <p:cNvPr id="3" name="Content Placeholder 2"/>
          <p:cNvSpPr>
            <a:spLocks noGrp="1"/>
          </p:cNvSpPr>
          <p:nvPr>
            <p:ph idx="1"/>
          </p:nvPr>
        </p:nvSpPr>
        <p:spPr/>
        <p:txBody>
          <a:bodyPr/>
          <a:lstStyle/>
          <a:p>
            <a:pPr marL="0" indent="0" algn="ctr">
              <a:buNone/>
            </a:pPr>
            <a:r>
              <a:rPr lang="en-US"/>
              <a:t>L = { a</a:t>
            </a:r>
            <a:r>
              <a:rPr lang="en-US" baseline="30000"/>
              <a:t>i</a:t>
            </a:r>
            <a:r>
              <a:rPr lang="en-US"/>
              <a:t>b</a:t>
            </a:r>
            <a:r>
              <a:rPr lang="en-US" baseline="30000"/>
              <a:t>j</a:t>
            </a:r>
            <a:r>
              <a:rPr lang="en-US"/>
              <a:t>c</a:t>
            </a:r>
            <a:r>
              <a:rPr lang="en-US" baseline="30000"/>
              <a:t>k</a:t>
            </a:r>
            <a:r>
              <a:rPr lang="en-US"/>
              <a:t> | i=j or i=k, with i,j,k≥0 }</a:t>
            </a:r>
          </a:p>
          <a:p>
            <a:pPr marL="0" indent="0" algn="ctr">
              <a:buNone/>
            </a:pPr>
            <a:endParaRPr lang="en-US"/>
          </a:p>
          <a:p>
            <a:pPr marL="0" indent="0">
              <a:buNone/>
            </a:pPr>
            <a:r>
              <a:rPr lang="en-US" i="1"/>
              <a:t>To design a CFG that generates L…</a:t>
            </a:r>
          </a:p>
          <a:p>
            <a:pPr marL="0" indent="0">
              <a:buNone/>
            </a:pPr>
            <a:endParaRPr lang="en-US"/>
          </a:p>
          <a:p>
            <a:pPr marL="0" indent="0" algn="ctr">
              <a:buNone/>
            </a:pPr>
            <a:r>
              <a:rPr lang="en-US"/>
              <a:t>L = </a:t>
            </a:r>
            <a:r>
              <a:rPr lang="en-US" b="1">
                <a:solidFill>
                  <a:schemeClr val="tx2"/>
                </a:solidFill>
              </a:rPr>
              <a:t>{ a</a:t>
            </a:r>
            <a:r>
              <a:rPr lang="en-US" b="1" baseline="30000">
                <a:solidFill>
                  <a:schemeClr val="tx2"/>
                </a:solidFill>
              </a:rPr>
              <a:t>i</a:t>
            </a:r>
            <a:r>
              <a:rPr lang="en-US" b="1">
                <a:solidFill>
                  <a:schemeClr val="tx2"/>
                </a:solidFill>
              </a:rPr>
              <a:t>b</a:t>
            </a:r>
            <a:r>
              <a:rPr lang="en-US" b="1" baseline="30000">
                <a:solidFill>
                  <a:schemeClr val="tx2"/>
                </a:solidFill>
              </a:rPr>
              <a:t>j</a:t>
            </a:r>
            <a:r>
              <a:rPr lang="en-US" b="1">
                <a:solidFill>
                  <a:schemeClr val="tx2"/>
                </a:solidFill>
              </a:rPr>
              <a:t>c</a:t>
            </a:r>
            <a:r>
              <a:rPr lang="en-US" b="1" baseline="30000">
                <a:solidFill>
                  <a:schemeClr val="tx2"/>
                </a:solidFill>
              </a:rPr>
              <a:t>k</a:t>
            </a:r>
            <a:r>
              <a:rPr lang="en-US" b="1">
                <a:solidFill>
                  <a:schemeClr val="tx2"/>
                </a:solidFill>
              </a:rPr>
              <a:t> | i=j, with i,j,k≥0 } </a:t>
            </a:r>
            <a:r>
              <a:rPr lang="en-US"/>
              <a:t>U { a</a:t>
            </a:r>
            <a:r>
              <a:rPr lang="en-US" baseline="30000"/>
              <a:t>i</a:t>
            </a:r>
            <a:r>
              <a:rPr lang="en-US"/>
              <a:t>b</a:t>
            </a:r>
            <a:r>
              <a:rPr lang="en-US" baseline="30000"/>
              <a:t>j</a:t>
            </a:r>
            <a:r>
              <a:rPr lang="en-US"/>
              <a:t>c</a:t>
            </a:r>
            <a:r>
              <a:rPr lang="en-US" baseline="30000"/>
              <a:t>k</a:t>
            </a:r>
            <a:r>
              <a:rPr lang="en-US"/>
              <a:t> | i=k, with i,j,k≥0 } </a:t>
            </a:r>
          </a:p>
          <a:p>
            <a:pPr marL="0" indent="0" algn="ctr">
              <a:buNone/>
            </a:pPr>
            <a:endParaRPr lang="en-US"/>
          </a:p>
          <a:p>
            <a:pPr marL="0" indent="0" algn="ctr">
              <a:buNone/>
            </a:pPr>
            <a:r>
              <a:rPr lang="en-US"/>
              <a:t>S </a:t>
            </a:r>
            <a:r>
              <a:rPr lang="en-US">
                <a:sym typeface="Wingdings"/>
              </a:rPr>
              <a:t> Sc | T</a:t>
            </a:r>
          </a:p>
          <a:p>
            <a:pPr marL="0" indent="0" algn="ctr">
              <a:buNone/>
            </a:pPr>
            <a:r>
              <a:rPr lang="en-US">
                <a:sym typeface="Wingdings"/>
              </a:rPr>
              <a:t>T  aTb | ε</a:t>
            </a:r>
            <a:endParaRPr lang="en-US"/>
          </a:p>
        </p:txBody>
      </p:sp>
    </p:spTree>
    <p:extLst>
      <p:ext uri="{BB962C8B-B14F-4D97-AF65-F5344CB8AC3E}">
        <p14:creationId xmlns:p14="http://schemas.microsoft.com/office/powerpoint/2010/main" val="2457580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Example</a:t>
            </a:r>
          </a:p>
        </p:txBody>
      </p:sp>
      <p:sp>
        <p:nvSpPr>
          <p:cNvPr id="3" name="Content Placeholder 2"/>
          <p:cNvSpPr>
            <a:spLocks noGrp="1"/>
          </p:cNvSpPr>
          <p:nvPr>
            <p:ph idx="1"/>
          </p:nvPr>
        </p:nvSpPr>
        <p:spPr/>
        <p:txBody>
          <a:bodyPr/>
          <a:lstStyle/>
          <a:p>
            <a:pPr marL="0" indent="0" algn="ctr">
              <a:buNone/>
            </a:pPr>
            <a:r>
              <a:rPr lang="en-US"/>
              <a:t>L = { a</a:t>
            </a:r>
            <a:r>
              <a:rPr lang="en-US" baseline="30000"/>
              <a:t>i</a:t>
            </a:r>
            <a:r>
              <a:rPr lang="en-US"/>
              <a:t>b</a:t>
            </a:r>
            <a:r>
              <a:rPr lang="en-US" baseline="30000"/>
              <a:t>j</a:t>
            </a:r>
            <a:r>
              <a:rPr lang="en-US"/>
              <a:t>c</a:t>
            </a:r>
            <a:r>
              <a:rPr lang="en-US" baseline="30000"/>
              <a:t>k</a:t>
            </a:r>
            <a:r>
              <a:rPr lang="en-US"/>
              <a:t> | i=j or i=k, with i,j,k≥0 }</a:t>
            </a:r>
          </a:p>
          <a:p>
            <a:pPr marL="0" indent="0" algn="ctr">
              <a:buNone/>
            </a:pPr>
            <a:endParaRPr lang="en-US"/>
          </a:p>
          <a:p>
            <a:pPr marL="0" indent="0">
              <a:buNone/>
            </a:pPr>
            <a:r>
              <a:rPr lang="en-US" i="1"/>
              <a:t>To design a CFG that generates L…</a:t>
            </a:r>
          </a:p>
          <a:p>
            <a:pPr marL="0" indent="0">
              <a:buNone/>
            </a:pPr>
            <a:endParaRPr lang="en-US"/>
          </a:p>
          <a:p>
            <a:pPr marL="0" indent="0" algn="ctr">
              <a:buNone/>
            </a:pPr>
            <a:r>
              <a:rPr lang="en-US"/>
              <a:t>L </a:t>
            </a:r>
            <a:r>
              <a:rPr lang="en-US">
                <a:solidFill>
                  <a:srgbClr val="292934"/>
                </a:solidFill>
              </a:rPr>
              <a:t>= { a</a:t>
            </a:r>
            <a:r>
              <a:rPr lang="en-US" baseline="30000">
                <a:solidFill>
                  <a:srgbClr val="292934"/>
                </a:solidFill>
              </a:rPr>
              <a:t>i</a:t>
            </a:r>
            <a:r>
              <a:rPr lang="en-US">
                <a:solidFill>
                  <a:srgbClr val="292934"/>
                </a:solidFill>
              </a:rPr>
              <a:t>b</a:t>
            </a:r>
            <a:r>
              <a:rPr lang="en-US" baseline="30000">
                <a:solidFill>
                  <a:srgbClr val="292934"/>
                </a:solidFill>
              </a:rPr>
              <a:t>j</a:t>
            </a:r>
            <a:r>
              <a:rPr lang="en-US">
                <a:solidFill>
                  <a:srgbClr val="292934"/>
                </a:solidFill>
              </a:rPr>
              <a:t>c</a:t>
            </a:r>
            <a:r>
              <a:rPr lang="en-US" baseline="30000">
                <a:solidFill>
                  <a:srgbClr val="292934"/>
                </a:solidFill>
              </a:rPr>
              <a:t>k</a:t>
            </a:r>
            <a:r>
              <a:rPr lang="en-US">
                <a:solidFill>
                  <a:srgbClr val="292934"/>
                </a:solidFill>
              </a:rPr>
              <a:t> | i=j, with i,j,k≥0 } </a:t>
            </a:r>
            <a:r>
              <a:rPr lang="en-US"/>
              <a:t>U </a:t>
            </a:r>
            <a:r>
              <a:rPr lang="en-US" b="1">
                <a:solidFill>
                  <a:schemeClr val="tx2"/>
                </a:solidFill>
              </a:rPr>
              <a:t>{ a</a:t>
            </a:r>
            <a:r>
              <a:rPr lang="en-US" b="1" baseline="30000">
                <a:solidFill>
                  <a:schemeClr val="tx2"/>
                </a:solidFill>
              </a:rPr>
              <a:t>i</a:t>
            </a:r>
            <a:r>
              <a:rPr lang="en-US" b="1">
                <a:solidFill>
                  <a:schemeClr val="tx2"/>
                </a:solidFill>
              </a:rPr>
              <a:t>b</a:t>
            </a:r>
            <a:r>
              <a:rPr lang="en-US" b="1" baseline="30000">
                <a:solidFill>
                  <a:schemeClr val="tx2"/>
                </a:solidFill>
              </a:rPr>
              <a:t>j</a:t>
            </a:r>
            <a:r>
              <a:rPr lang="en-US" b="1">
                <a:solidFill>
                  <a:schemeClr val="tx2"/>
                </a:solidFill>
              </a:rPr>
              <a:t>c</a:t>
            </a:r>
            <a:r>
              <a:rPr lang="en-US" b="1" baseline="30000">
                <a:solidFill>
                  <a:schemeClr val="tx2"/>
                </a:solidFill>
              </a:rPr>
              <a:t>k</a:t>
            </a:r>
            <a:r>
              <a:rPr lang="en-US" b="1">
                <a:solidFill>
                  <a:schemeClr val="tx2"/>
                </a:solidFill>
              </a:rPr>
              <a:t> | i=k, with i,j,k≥0 } </a:t>
            </a:r>
          </a:p>
          <a:p>
            <a:pPr marL="0" indent="0" algn="ctr">
              <a:buNone/>
            </a:pPr>
            <a:endParaRPr lang="en-US"/>
          </a:p>
          <a:p>
            <a:pPr marL="0" indent="0" algn="ctr">
              <a:buNone/>
            </a:pPr>
            <a:r>
              <a:rPr lang="en-US"/>
              <a:t>S </a:t>
            </a:r>
            <a:r>
              <a:rPr lang="en-US">
                <a:sym typeface="Wingdings"/>
              </a:rPr>
              <a:t> T | aSc</a:t>
            </a:r>
          </a:p>
          <a:p>
            <a:pPr marL="0" indent="0" algn="ctr">
              <a:buNone/>
            </a:pPr>
            <a:r>
              <a:rPr lang="en-US">
                <a:sym typeface="Wingdings"/>
              </a:rPr>
              <a:t>T  Tb | ε</a:t>
            </a:r>
            <a:endParaRPr lang="en-US"/>
          </a:p>
        </p:txBody>
      </p:sp>
    </p:spTree>
    <p:extLst>
      <p:ext uri="{BB962C8B-B14F-4D97-AF65-F5344CB8AC3E}">
        <p14:creationId xmlns:p14="http://schemas.microsoft.com/office/powerpoint/2010/main" val="28194868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D3A481-6AA7-4B8C-8A51-007A7FBA14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A3FD76-EF62-5C2A-5C38-B5B7EFDC7E69}"/>
              </a:ext>
            </a:extLst>
          </p:cNvPr>
          <p:cNvSpPr>
            <a:spLocks noGrp="1"/>
          </p:cNvSpPr>
          <p:nvPr>
            <p:ph type="title"/>
          </p:nvPr>
        </p:nvSpPr>
        <p:spPr/>
        <p:txBody>
          <a:bodyPr/>
          <a:lstStyle/>
          <a:p>
            <a:r>
              <a:rPr lang="en-US" dirty="0"/>
              <a:t>Designing a CFG – challenge!</a:t>
            </a:r>
          </a:p>
        </p:txBody>
      </p:sp>
      <p:sp>
        <p:nvSpPr>
          <p:cNvPr id="3" name="Content Placeholder 2">
            <a:extLst>
              <a:ext uri="{FF2B5EF4-FFF2-40B4-BE49-F238E27FC236}">
                <a16:creationId xmlns:a16="http://schemas.microsoft.com/office/drawing/2014/main" id="{BE30E113-D76D-C2EF-9467-E18C73D19D60}"/>
              </a:ext>
            </a:extLst>
          </p:cNvPr>
          <p:cNvSpPr>
            <a:spLocks noGrp="1"/>
          </p:cNvSpPr>
          <p:nvPr>
            <p:ph idx="1"/>
          </p:nvPr>
        </p:nvSpPr>
        <p:spPr/>
        <p:txBody>
          <a:bodyPr>
            <a:normAutofit/>
          </a:bodyPr>
          <a:lstStyle/>
          <a:p>
            <a:pPr marL="0" indent="0">
              <a:buNone/>
            </a:pPr>
            <a:r>
              <a:rPr lang="en-US" dirty="0"/>
              <a:t>Building a CFG to describe the language</a:t>
            </a:r>
          </a:p>
          <a:p>
            <a:pPr marL="0" indent="0" algn="ctr">
              <a:buNone/>
            </a:pPr>
            <a:r>
              <a:rPr lang="en-US" dirty="0"/>
              <a:t>{ ww | w in Σ*}</a:t>
            </a:r>
          </a:p>
          <a:p>
            <a:pPr marL="0" indent="0" algn="ctr">
              <a:buNone/>
            </a:pPr>
            <a:endParaRPr lang="en-US" dirty="0"/>
          </a:p>
          <a:p>
            <a:pPr marL="0" indent="0">
              <a:buNone/>
            </a:pPr>
            <a:r>
              <a:rPr lang="en-US" dirty="0"/>
              <a:t>V = { S }</a:t>
            </a:r>
          </a:p>
          <a:p>
            <a:pPr marL="0" indent="0">
              <a:buNone/>
            </a:pPr>
            <a:r>
              <a:rPr lang="en-US" dirty="0"/>
              <a:t>Σ = { </a:t>
            </a:r>
            <a:r>
              <a:rPr lang="en-US" dirty="0" err="1"/>
              <a:t>a,b</a:t>
            </a:r>
            <a:r>
              <a:rPr lang="en-US" dirty="0"/>
              <a:t> }</a:t>
            </a:r>
          </a:p>
          <a:p>
            <a:pPr marL="0" indent="0">
              <a:buNone/>
            </a:pPr>
            <a:r>
              <a:rPr lang="en-US" dirty="0"/>
              <a:t>R = ?</a:t>
            </a:r>
          </a:p>
          <a:p>
            <a:pPr marL="0" indent="0">
              <a:buNone/>
            </a:pPr>
            <a:r>
              <a:rPr lang="en-US" dirty="0"/>
              <a:t>S </a:t>
            </a:r>
          </a:p>
        </p:txBody>
      </p:sp>
      <p:sp>
        <p:nvSpPr>
          <p:cNvPr id="4" name="TextBox 3">
            <a:extLst>
              <a:ext uri="{FF2B5EF4-FFF2-40B4-BE49-F238E27FC236}">
                <a16:creationId xmlns:a16="http://schemas.microsoft.com/office/drawing/2014/main" id="{C3F7C04E-E37E-48D9-C0FD-FF670E0BCAC5}"/>
              </a:ext>
            </a:extLst>
          </p:cNvPr>
          <p:cNvSpPr txBox="1"/>
          <p:nvPr/>
        </p:nvSpPr>
        <p:spPr>
          <a:xfrm>
            <a:off x="3460750" y="2654300"/>
            <a:ext cx="4743450" cy="923330"/>
          </a:xfrm>
          <a:prstGeom prst="rect">
            <a:avLst/>
          </a:prstGeom>
          <a:noFill/>
        </p:spPr>
        <p:txBody>
          <a:bodyPr wrap="square" rtlCol="0">
            <a:spAutoFit/>
          </a:bodyPr>
          <a:lstStyle/>
          <a:p>
            <a:r>
              <a:rPr lang="en-US" dirty="0">
                <a:solidFill>
                  <a:srgbClr val="FF0000"/>
                </a:solidFill>
              </a:rPr>
              <a:t>This language is not context free!</a:t>
            </a:r>
          </a:p>
          <a:p>
            <a:r>
              <a:rPr lang="en-US" dirty="0">
                <a:solidFill>
                  <a:srgbClr val="FF0000"/>
                </a:solidFill>
              </a:rPr>
              <a:t>This can be proved using a </a:t>
            </a:r>
            <a:br>
              <a:rPr lang="en-US" dirty="0">
                <a:solidFill>
                  <a:srgbClr val="FF0000"/>
                </a:solidFill>
              </a:rPr>
            </a:br>
            <a:r>
              <a:rPr lang="en-US" dirty="0">
                <a:solidFill>
                  <a:srgbClr val="FF0000"/>
                </a:solidFill>
              </a:rPr>
              <a:t>“pumping lemma” for context free languages</a:t>
            </a:r>
            <a:endParaRPr lang="en-IL" dirty="0">
              <a:solidFill>
                <a:srgbClr val="FF0000"/>
              </a:solidFill>
            </a:endParaRPr>
          </a:p>
        </p:txBody>
      </p:sp>
    </p:spTree>
    <p:extLst>
      <p:ext uri="{BB962C8B-B14F-4D97-AF65-F5344CB8AC3E}">
        <p14:creationId xmlns:p14="http://schemas.microsoft.com/office/powerpoint/2010/main" val="258748106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UC">
      <a:dk1>
        <a:srgbClr val="292934"/>
      </a:dk1>
      <a:lt1>
        <a:srgbClr val="FFFFFF"/>
      </a:lt1>
      <a:dk2>
        <a:srgbClr val="4128D2"/>
      </a:dk2>
      <a:lt2>
        <a:srgbClr val="F3F2DC"/>
      </a:lt2>
      <a:accent1>
        <a:srgbClr val="F2AF0D"/>
      </a:accent1>
      <a:accent2>
        <a:srgbClr val="F6BC05"/>
      </a:accent2>
      <a:accent3>
        <a:srgbClr val="726056"/>
      </a:accent3>
      <a:accent4>
        <a:srgbClr val="4C5A6A"/>
      </a:accent4>
      <a:accent5>
        <a:srgbClr val="808DA0"/>
      </a:accent5>
      <a:accent6>
        <a:srgbClr val="79463D"/>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华文新魏"/>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华文新魏"/>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Clarity.thmx</Template>
  <TotalTime>7897</TotalTime>
  <Words>1253</Words>
  <Application>Microsoft Office PowerPoint</Application>
  <PresentationFormat>On-screen Show (16:9)</PresentationFormat>
  <Paragraphs>158</Paragraphs>
  <Slides>31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31</vt:i4>
      </vt:variant>
    </vt:vector>
  </HeadingPairs>
  <TitlesOfParts>
    <vt:vector size="35" baseType="lpstr">
      <vt:lpstr>Arial</vt:lpstr>
      <vt:lpstr>Calibri</vt:lpstr>
      <vt:lpstr>Cambria Math</vt:lpstr>
      <vt:lpstr>Clarity</vt:lpstr>
      <vt:lpstr>CSE 331  Automata and computability</vt:lpstr>
      <vt:lpstr>Today's learning goals Sipser Ch 1.4, 2.1</vt:lpstr>
      <vt:lpstr>Birds' eye view</vt:lpstr>
      <vt:lpstr>An alternative …   Sipser p. 109</vt:lpstr>
      <vt:lpstr>Pushdown automata  Sipser p. 109</vt:lpstr>
      <vt:lpstr>Pushdown automata  Sipser p. 109</vt:lpstr>
      <vt:lpstr>State diagram for PDA  Sipser p. 109</vt:lpstr>
      <vt:lpstr>State diagram for PDA  Sipser p. 109</vt:lpstr>
      <vt:lpstr>Useful trick</vt:lpstr>
      <vt:lpstr>Formal definition of PDA Sipser Def 2.13 p. 111</vt:lpstr>
      <vt:lpstr>Design a PDA</vt:lpstr>
      <vt:lpstr>Designing a PDA</vt:lpstr>
      <vt:lpstr>Designing/Tracing a PDA</vt:lpstr>
      <vt:lpstr>Designing a PDA</vt:lpstr>
      <vt:lpstr>Design a PDA</vt:lpstr>
      <vt:lpstr>Design a PDA</vt:lpstr>
      <vt:lpstr>Design a PDA</vt:lpstr>
      <vt:lpstr>Designing a PDA</vt:lpstr>
      <vt:lpstr>Challenge construction</vt:lpstr>
      <vt:lpstr>Challenge PDA construction</vt:lpstr>
      <vt:lpstr>Challenge CFG construction</vt:lpstr>
      <vt:lpstr>Challenge: design a PDA</vt:lpstr>
      <vt:lpstr>Design a PDA</vt:lpstr>
      <vt:lpstr>Design a PDA</vt:lpstr>
      <vt:lpstr>Design a PDA</vt:lpstr>
      <vt:lpstr>PDAs and CFGs are equivalently expressive</vt:lpstr>
      <vt:lpstr>Closure properties of CFLs </vt:lpstr>
      <vt:lpstr>More bad news: CFL not closed under intersection </vt:lpstr>
      <vt:lpstr>Example</vt:lpstr>
      <vt:lpstr>Example</vt:lpstr>
      <vt:lpstr>Designing a CFG – challenge!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105 Theory of Computation</dc:title>
  <dc:subject/>
  <dc:creator>Mia Minnes Kemp</dc:creator>
  <cp:keywords/>
  <dc:description/>
  <cp:lastModifiedBy>Zayed Humayun</cp:lastModifiedBy>
  <cp:revision>640</cp:revision>
  <dcterms:created xsi:type="dcterms:W3CDTF">2014-10-03T04:30:04Z</dcterms:created>
  <dcterms:modified xsi:type="dcterms:W3CDTF">2026-08-25T14:28:29Z</dcterms:modified>
  <cp:category/>
</cp:coreProperties>
</file>