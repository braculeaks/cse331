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0" r:id="rId3"/>
    <p:sldId id="377" r:id="rId4"/>
    <p:sldId id="378" r:id="rId5"/>
    <p:sldId id="380" r:id="rId6"/>
    <p:sldId id="376" r:id="rId7"/>
    <p:sldId id="379" r:id="rId8"/>
    <p:sldId id="371" r:id="rId9"/>
    <p:sldId id="372" r:id="rId10"/>
    <p:sldId id="381" r:id="rId11"/>
    <p:sldId id="383" r:id="rId12"/>
    <p:sldId id="382" r:id="rId13"/>
    <p:sldId id="373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778D83-3A60-4108-80BC-3592946A88D9}">
          <p14:sldIdLst>
            <p14:sldId id="256"/>
            <p14:sldId id="370"/>
            <p14:sldId id="377"/>
            <p14:sldId id="378"/>
            <p14:sldId id="380"/>
            <p14:sldId id="376"/>
            <p14:sldId id="379"/>
            <p14:sldId id="371"/>
            <p14:sldId id="372"/>
            <p14:sldId id="381"/>
            <p14:sldId id="383"/>
            <p14:sldId id="382"/>
            <p14:sldId id="3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0498A-5538-4084-84C3-890BBA5F09FA}" v="3" dt="2019-09-06T15:15:53.8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6360498A-5538-4084-84C3-890BBA5F09FA}"/>
    <pc:docChg chg="modSld">
      <pc:chgData name="Shachar Lovett" userId="0c6d1e87c56e93c6" providerId="LiveId" clId="{6360498A-5538-4084-84C3-890BBA5F09FA}" dt="2019-09-06T15:15:53.822" v="1"/>
      <pc:docMkLst>
        <pc:docMk/>
      </pc:docMkLst>
      <pc:sldChg chg="modSp">
        <pc:chgData name="Shachar Lovett" userId="0c6d1e87c56e93c6" providerId="LiveId" clId="{6360498A-5538-4084-84C3-890BBA5F09FA}" dt="2019-09-06T15:15:53.822" v="1"/>
        <pc:sldMkLst>
          <pc:docMk/>
          <pc:sldMk cId="1882651833" sldId="256"/>
        </pc:sldMkLst>
        <pc:spChg chg="mod">
          <ac:chgData name="Shachar Lovett" userId="0c6d1e87c56e93c6" providerId="LiveId" clId="{6360498A-5538-4084-84C3-890BBA5F09FA}" dt="2019-09-06T15:15:53.822" v="1"/>
          <ac:spMkLst>
            <pc:docMk/>
            <pc:sldMk cId="1882651833" sldId="256"/>
            <ac:spMk id="3" creationId="{00000000-0000-0000-0000-000000000000}"/>
          </ac:spMkLst>
        </pc:spChg>
      </pc:sldChg>
    </pc:docChg>
  </pc:docChgLst>
  <pc:docChgLst>
    <pc:chgData name="Shachar Lovett" userId="0c6d1e87c56e93c6" providerId="LiveId" clId="{6BE9331A-13F2-4D7D-A432-8C9537F8F27F}"/>
    <pc:docChg chg="undo custSel modSld">
      <pc:chgData name="Shachar Lovett" userId="0c6d1e87c56e93c6" providerId="LiveId" clId="{6BE9331A-13F2-4D7D-A432-8C9537F8F27F}" dt="2019-04-01T12:18:33.728" v="4"/>
      <pc:docMkLst>
        <pc:docMk/>
      </pc:docMkLst>
      <pc:sldChg chg="modSp">
        <pc:chgData name="Shachar Lovett" userId="0c6d1e87c56e93c6" providerId="LiveId" clId="{6BE9331A-13F2-4D7D-A432-8C9537F8F27F}" dt="2019-04-01T12:18:33.728" v="4"/>
        <pc:sldMkLst>
          <pc:docMk/>
          <pc:sldMk cId="1882651833" sldId="256"/>
        </pc:sldMkLst>
        <pc:spChg chg="mod">
          <ac:chgData name="Shachar Lovett" userId="0c6d1e87c56e93c6" providerId="LiveId" clId="{6BE9331A-13F2-4D7D-A432-8C9537F8F27F}" dt="2019-04-01T12:18:33.728" v="4"/>
          <ac:spMkLst>
            <pc:docMk/>
            <pc:sldMk cId="1882651833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Tuesday, February 24,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Tuesday, February 24,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CSE 331 </a:t>
            </a:r>
            <a:br>
              <a:rPr lang="en-US" sz="4800" dirty="0"/>
            </a:br>
            <a:r>
              <a:rPr lang="en-US" sz="3600" dirty="0"/>
              <a:t>Automata 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/>
              <a:t>Building DFA</a:t>
            </a:r>
          </a:p>
          <a:p>
            <a:endParaRPr lang="en-US" dirty="0"/>
          </a:p>
          <a:p>
            <a:r>
              <a:rPr lang="en-US" dirty="0"/>
              <a:t>Spring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Typical questions</a:t>
            </a:r>
            <a:endParaRPr lang="en-US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Define a DFA which recognizes the given language L.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 algn="ctr">
              <a:buNone/>
            </a:pPr>
            <a:r>
              <a:rPr lang="en-US" i="1">
                <a:solidFill>
                  <a:srgbClr val="292934"/>
                </a:solidFill>
              </a:rPr>
              <a:t>or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Prove that the (given) language L is regular.</a:t>
            </a:r>
          </a:p>
        </p:txBody>
      </p:sp>
      <p:pic>
        <p:nvPicPr>
          <p:cNvPr id="5" name="Picture 4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9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1</a:t>
            </a:r>
            <a:r>
              <a:rPr lang="en-US" sz="1600" dirty="0">
                <a:solidFill>
                  <a:srgbClr val="292934"/>
                </a:solidFill>
              </a:rPr>
              <a:t> = {w | all strings containing at least three 0s.}</a:t>
            </a:r>
          </a:p>
          <a:p>
            <a:pPr marL="0" indent="0" algn="ctr">
              <a:buNone/>
            </a:pPr>
            <a:endParaRPr lang="en-US" sz="16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4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2</a:t>
            </a:r>
            <a:r>
              <a:rPr lang="en-US" sz="1600" dirty="0">
                <a:solidFill>
                  <a:srgbClr val="292934"/>
                </a:solidFill>
              </a:rPr>
              <a:t> = {w | the length of w is one more than a multiple of 3}</a:t>
            </a:r>
          </a:p>
          <a:p>
            <a:pPr marL="0" indent="0" algn="ctr">
              <a:buNone/>
            </a:pPr>
            <a:endParaRPr lang="en-US" sz="16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35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3</a:t>
            </a:r>
            <a:r>
              <a:rPr lang="en-US" sz="1600" dirty="0">
                <a:solidFill>
                  <a:srgbClr val="292934"/>
                </a:solidFill>
              </a:rPr>
              <a:t> = {w | w when interpreted as a binary number, is divisible by 3}</a:t>
            </a:r>
          </a:p>
          <a:p>
            <a:pPr marL="0" indent="0" algn="ctr">
              <a:buNone/>
            </a:pPr>
            <a:endParaRPr lang="en-US" sz="16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6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4</a:t>
            </a:r>
            <a:r>
              <a:rPr lang="en-US" sz="1600" dirty="0">
                <a:solidFill>
                  <a:srgbClr val="292934"/>
                </a:solidFill>
              </a:rPr>
              <a:t> = {w | all characters are repeated at least once wherever they appear in the string}</a:t>
            </a:r>
          </a:p>
          <a:p>
            <a:pPr marL="0" indent="0" algn="ctr">
              <a:buNone/>
            </a:pPr>
            <a:endParaRPr lang="en-US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2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Example</a:t>
            </a:r>
            <a:endParaRPr lang="en-US" sz="14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292934"/>
                </a:solidFill>
              </a:rPr>
              <a:t>L</a:t>
            </a:r>
            <a:r>
              <a:rPr lang="en-US" sz="1400" baseline="-25000" dirty="0">
                <a:solidFill>
                  <a:srgbClr val="292934"/>
                </a:solidFill>
              </a:rPr>
              <a:t>5</a:t>
            </a:r>
            <a:r>
              <a:rPr lang="en-US" sz="1400" dirty="0">
                <a:solidFill>
                  <a:srgbClr val="292934"/>
                </a:solidFill>
              </a:rPr>
              <a:t> = {w | w contains an equal number of occurrences of the substrings 01 and 10 }</a:t>
            </a:r>
          </a:p>
          <a:p>
            <a:pPr marL="0" indent="0" algn="ctr">
              <a:buNone/>
            </a:pPr>
            <a:endParaRPr lang="en-US" sz="1400" dirty="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6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6 </a:t>
            </a:r>
            <a:r>
              <a:rPr lang="en-US" sz="1600" dirty="0">
                <a:solidFill>
                  <a:srgbClr val="292934"/>
                </a:solidFill>
              </a:rPr>
              <a:t>= {w | 01 appears even number of times in w as a substring}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8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7 </a:t>
            </a:r>
            <a:r>
              <a:rPr lang="en-US" sz="1600" dirty="0">
                <a:solidFill>
                  <a:srgbClr val="292934"/>
                </a:solidFill>
              </a:rPr>
              <a:t>= {w | all strings in which every run of 0s has length at least 3}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6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8 </a:t>
            </a:r>
            <a:r>
              <a:rPr lang="en-US" sz="1600" dirty="0">
                <a:solidFill>
                  <a:srgbClr val="292934"/>
                </a:solidFill>
              </a:rPr>
              <a:t>= {w | all strings w such that in every prefix of w, the number of 0s and 1s differ by at most 1}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7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i="1" dirty="0">
              <a:solidFill>
                <a:srgbClr val="808DA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92934"/>
                </a:solidFill>
              </a:rPr>
              <a:t>Define a DFA which recognizes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292934"/>
                </a:solidFill>
              </a:rPr>
              <a:t>L</a:t>
            </a:r>
            <a:r>
              <a:rPr lang="en-US" sz="1600" baseline="-25000" dirty="0">
                <a:solidFill>
                  <a:srgbClr val="292934"/>
                </a:solidFill>
              </a:rPr>
              <a:t>9 </a:t>
            </a:r>
            <a:r>
              <a:rPr lang="en-US" sz="1600" dirty="0">
                <a:solidFill>
                  <a:srgbClr val="292934"/>
                </a:solidFill>
              </a:rPr>
              <a:t>= {w | all strings containing at least two 0s and at least one 1.}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9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312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Remember</a:t>
            </a:r>
            <a:endParaRPr lang="en-US" i="1">
              <a:solidFill>
                <a:srgbClr val="808DA0"/>
              </a:solidFill>
            </a:endParaRPr>
          </a:p>
          <a:p>
            <a:pPr marL="0" indent="0">
              <a:buNone/>
            </a:pPr>
            <a:endParaRPr lang="en-US" i="1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States are our only (computer) memory.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Design and pick states with specific roles / tasks in mind.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"Have not seen any of desired pattern yet"</a:t>
            </a: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"Trap state"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27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5068</TotalTime>
  <Words>315</Words>
  <Application>Microsoft Office PowerPoint</Application>
  <PresentationFormat>On-screen Show (16:9)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Clarity</vt:lpstr>
      <vt:lpstr>CSE 331  Automata  and computability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Building DFA</vt:lpstr>
      <vt:lpstr>PowerPoint Presentation</vt:lpstr>
      <vt:lpstr>Building DFA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  Discrete math</dc:title>
  <dc:creator>Mia Minnes Kemp</dc:creator>
  <cp:lastModifiedBy>Zayed Humayun</cp:lastModifiedBy>
  <cp:revision>507</cp:revision>
  <dcterms:created xsi:type="dcterms:W3CDTF">2014-10-03T04:30:04Z</dcterms:created>
  <dcterms:modified xsi:type="dcterms:W3CDTF">2026-02-24T11:22:39Z</dcterms:modified>
</cp:coreProperties>
</file>